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4"/>
  </p:sldMasterIdLst>
  <p:notesMasterIdLst>
    <p:notesMasterId r:id="rId18"/>
  </p:notesMasterIdLst>
  <p:sldIdLst>
    <p:sldId id="256" r:id="rId5"/>
    <p:sldId id="265" r:id="rId6"/>
    <p:sldId id="285" r:id="rId7"/>
    <p:sldId id="283" r:id="rId8"/>
    <p:sldId id="284" r:id="rId9"/>
    <p:sldId id="290" r:id="rId10"/>
    <p:sldId id="286" r:id="rId11"/>
    <p:sldId id="287" r:id="rId12"/>
    <p:sldId id="288" r:id="rId13"/>
    <p:sldId id="291" r:id="rId14"/>
    <p:sldId id="292" r:id="rId15"/>
    <p:sldId id="289" r:id="rId16"/>
    <p:sldId id="282" r:id="rId17"/>
  </p:sldIdLst>
  <p:sldSz cx="12192000" cy="6858000"/>
  <p:notesSz cx="6858000" cy="9144000"/>
  <p:embeddedFontLst>
    <p:embeddedFont>
      <p:font typeface="Montserrat" panose="00000500000000000000" pitchFamily="2" charset="0"/>
      <p:regular r:id="rId19"/>
      <p:bold r:id="rId20"/>
      <p:italic r:id="rId21"/>
      <p:boldItalic r:id="rId2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9Qjdb7IWtbnh6mbKb4/Vp8LzH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18"/>
    <p:restoredTop sz="94745"/>
  </p:normalViewPr>
  <p:slideViewPr>
    <p:cSldViewPr snapToGrid="0">
      <p:cViewPr varScale="1">
        <p:scale>
          <a:sx n="112" d="100"/>
          <a:sy n="112" d="100"/>
        </p:scale>
        <p:origin x="7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3T11:10:25.228"/>
    </inkml:context>
    <inkml:brush xml:id="br0">
      <inkml:brushProperty name="width" value="0.035" units="cm"/>
      <inkml:brushProperty name="height" value="0.035" units="cm"/>
      <inkml:brushProperty name="color" value="#E71224"/>
    </inkml:brush>
  </inkml:definitions>
  <inkml:trace contextRef="#ctx0" brushRef="#br0">1 1 24575,'26'0'0,"30"0"0,-3 0 0,9 0 0,28 0 0,10 0-3119,-18 1 1,5 2 0,10 3 3118,-22 3 0,7 1 0,4 3 0,2 1 0,0 0 0,-2 1-631,11 1 1,-2 1 0,1 0 0,3 2 0,5 3 630,-17-4 0,4 2 0,3 1 0,2 1 0,1 1 0,0 0 0,-2 0 0,-1 0-153,-5 0 0,-1-1 0,0 1 0,-1 0 0,0 1 0,1 0 0,1 0 1,2 1 152,-3-1 0,1 1 0,0 1 0,2 0 0,0 0 0,1 0 0,0 1 0,0 0 0,1 0-224,-5-2 0,2 1 1,-1 0-1,1 0 1,1 0-1,0 1 0,-1-1 1,1 1-1,0 0 1,-1 0 223,0 0 0,1 1 0,0 1 0,1-1 0,-1 0 0,0 1 0,-1-1 0,-2 0 0,0 0 0,-3-1-53,9 2 1,-4 0 0,-1-1-1,-1 1 1,0-1 0,0 0 0,1 0-1,2 0 53,-3 0 0,3-1 0,1 0 0,0 1 0,1-1 0,-2 1 0,-1-1 0,-3 0 0,-3 0 0,2 3 0,-3-1 0,-2 0 0,-2 0 0,0 0 0,2 1 0,3-1 0,0-1 0,3 0 0,2 0 0,1 0 0,-1 0 0,-1 0 0,-4-1 0,-4 0 0,19 7 0,-6 0 0,-3 0 0,0-1 0,2 0 0,-9-4 0,2 0 0,0 0 0,-1 0 0,-3-1 0,-6-3 202,6 3 1,-5-2 0,-3-1 0,-2 0 0,16 4 0,-3-1 0,-7-3 0,1 1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3T11:10:30.511"/>
    </inkml:context>
    <inkml:brush xml:id="br0">
      <inkml:brushProperty name="width" value="0.035" units="cm"/>
      <inkml:brushProperty name="height" value="0.035" units="cm"/>
      <inkml:brushProperty name="color" value="#E71224"/>
    </inkml:brush>
  </inkml:definitions>
  <inkml:trace contextRef="#ctx0" brushRef="#br0">433 571 24575,'0'-9'0,"-34"-35"0,16 21 0,-36-43 0,17 28 0,-12-23 0,3 13 0,-1-11 0,17 28 0,-6-11 0,14 24 0,3-8 0,1 14 0,16-2 0,-17 4 0,17 1 0,8 4 0,36 1 0,29 4 0,-19 0 0,3 0-630,10 0 1,1 0 629,-1 0 0,2 0 0,10 0 0,-2 0 0,-22 0 0,-2 0 0,17 0 0,-2 0 0,25-7 0,8 0 0,-16-7 0,-24 6 0,-15-2 0,-6 9 0,-16-4 0,-5 5 0,-7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lt-LT"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F22A07E7-3998-37A8-E14D-F107F230A188}"/>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FE27C2D7-19BD-B004-7FA9-E9B5FAB4841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072F98E8-83E9-6D37-6A92-A8BECA55C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443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9C90EFF-4C6B-A4F6-4AA9-8C5C04C28621}"/>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EEBE84CF-8103-C9AF-CA2F-FC7BDDDA90B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90EF42AE-03F0-F3B8-8AC5-DFB689AC4B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745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A06E25F-93AD-5E17-D4E3-C00FCD834A65}"/>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F8C13668-AFCF-5207-4E66-353899B2189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8C2C44BB-2127-6B61-E203-2FBA07CA3F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3161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9984ABD-2C65-3B23-A5C9-C9428E667544}"/>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0CC52CE5-9779-559C-56FB-5CA9BA4F0A3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A113C907-B808-AF9F-8AEA-EDADB86B1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2279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AD1BFA9-AC0A-CCC2-3C21-8DD588EEEED8}"/>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7F56419D-81B8-52AE-762C-16615F28850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49D23B04-99CA-A294-FCC0-7CF827FA39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9403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A9A9C927-77E8-964F-0583-6A56C74B2115}"/>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9FE81D93-8DBC-18EE-D55A-45A888B6358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11066E4A-A7AC-DA76-9534-9CC8F7BD3E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0858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D114842-B2CC-B5AC-670C-D27EE0F00F35}"/>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29731EFB-7B9D-0976-ADF6-65717AC8D92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19260F03-B72F-B124-37D1-AC6E91BD89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88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A0630F49-0DC8-BBFC-9955-2BE6EED942AB}"/>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5BCCF949-C8ED-876F-6FA6-853D38082C4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506D2933-7813-3846-3FE2-CAE176D38D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5007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56C2F16-87F7-51A1-82AA-B2EF7EE02B18}"/>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A48D43AD-5023-7A87-2A64-50DFB87FBDF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CF965D36-AF9F-409D-6D3D-DC2D3C759D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766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2F844C9-90AD-239F-E38B-F35BD0E867D8}"/>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8F16BAE1-D29D-1380-9C79-6DF8DCA177B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F0DB65CB-9CBD-079F-6A82-C45D9DBCB2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2885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604552C-3A59-A19D-4D2D-860123086CEF}"/>
            </a:ext>
          </a:extLst>
        </p:cNvPr>
        <p:cNvGrpSpPr/>
        <p:nvPr/>
      </p:nvGrpSpPr>
      <p:grpSpPr>
        <a:xfrm>
          <a:off x="0" y="0"/>
          <a:ext cx="0" cy="0"/>
          <a:chOff x="0" y="0"/>
          <a:chExt cx="0" cy="0"/>
        </a:xfrm>
      </p:grpSpPr>
      <p:sp>
        <p:nvSpPr>
          <p:cNvPr id="108" name="Google Shape;108;gc8177118b2_0_0:notes">
            <a:extLst>
              <a:ext uri="{FF2B5EF4-FFF2-40B4-BE49-F238E27FC236}">
                <a16:creationId xmlns:a16="http://schemas.microsoft.com/office/drawing/2014/main" id="{3E62B1AA-B17F-AC92-0D2D-B7756A5ED95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c8177118b2_0_0:notes">
            <a:extLst>
              <a:ext uri="{FF2B5EF4-FFF2-40B4-BE49-F238E27FC236}">
                <a16:creationId xmlns:a16="http://schemas.microsoft.com/office/drawing/2014/main" id="{1B3FBD69-1B63-1B48-02AB-1EF1D6C981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27122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6" name="Title Text"/>
          <p:cNvSpPr txBox="1">
            <a:spLocks noGrp="1"/>
          </p:cNvSpPr>
          <p:nvPr>
            <p:ph type="title"/>
          </p:nvPr>
        </p:nvSpPr>
        <p:spPr>
          <a:xfrm>
            <a:off x="3273287" y="2618264"/>
            <a:ext cx="7050156" cy="2387601"/>
          </a:xfrm>
          <a:prstGeom prst="rect">
            <a:avLst/>
          </a:prstGeom>
        </p:spPr>
        <p:txBody>
          <a:bodyPr anchor="t"/>
          <a:lstStyle>
            <a:lvl1pPr>
              <a:defRPr sz="6000"/>
            </a:lvl1pPr>
          </a:lstStyle>
          <a:p>
            <a:r>
              <a:rPr lang="en-GB"/>
              <a:t>Click to edit Master title style</a:t>
            </a:r>
            <a:endParaRPr/>
          </a:p>
        </p:txBody>
      </p:sp>
      <p:sp>
        <p:nvSpPr>
          <p:cNvPr id="17" name="Body Level One…"/>
          <p:cNvSpPr txBox="1">
            <a:spLocks noGrp="1"/>
          </p:cNvSpPr>
          <p:nvPr>
            <p:ph type="body" sz="quarter" idx="1" hasCustomPrompt="1"/>
          </p:nvPr>
        </p:nvSpPr>
        <p:spPr>
          <a:xfrm>
            <a:off x="3273287" y="5930348"/>
            <a:ext cx="7050155" cy="927653"/>
          </a:xfrm>
          <a:prstGeom prst="rect">
            <a:avLst/>
          </a:prstGeom>
        </p:spPr>
        <p:txBody>
          <a:bodyPr/>
          <a:lstStyle>
            <a:lvl1pPr>
              <a:defRPr sz="1600" b="1"/>
            </a:lvl1pPr>
            <a:lvl2pPr>
              <a:defRPr sz="1600" b="1"/>
            </a:lvl2pPr>
            <a:lvl3pPr>
              <a:defRPr sz="1600" b="1"/>
            </a:lvl3pPr>
            <a:lvl4pPr>
              <a:defRPr sz="1600" b="1"/>
            </a:lvl4pPr>
            <a:lvl5pPr>
              <a:defRPr sz="1600" b="1"/>
            </a:lvl5pPr>
          </a:lstStyle>
          <a:p>
            <a:r>
              <a:t>CLICK TO EDIT MASTER SUBTITLE STYLE</a:t>
            </a:r>
          </a:p>
          <a:p>
            <a:pPr lvl="1"/>
            <a:endParaRPr/>
          </a:p>
          <a:p>
            <a:pPr lvl="2"/>
            <a:endParaRPr/>
          </a:p>
          <a:p>
            <a:pPr lvl="3"/>
            <a:endParaRPr/>
          </a:p>
          <a:p>
            <a:pPr lvl="4"/>
            <a:endParaRPr/>
          </a:p>
        </p:txBody>
      </p:sp>
      <p:pic>
        <p:nvPicPr>
          <p:cNvPr id="18" name="Graphic 7" descr="Graphic 7"/>
          <p:cNvPicPr>
            <a:picLocks noChangeAspect="1"/>
          </p:cNvPicPr>
          <p:nvPr/>
        </p:nvPicPr>
        <p:blipFill>
          <a:blip r:embed="rId2"/>
          <a:stretch>
            <a:fillRect/>
          </a:stretch>
        </p:blipFill>
        <p:spPr>
          <a:xfrm>
            <a:off x="475294" y="458787"/>
            <a:ext cx="2334168" cy="683027"/>
          </a:xfrm>
          <a:prstGeom prst="rect">
            <a:avLst/>
          </a:prstGeom>
          <a:ln w="12700">
            <a:miter lim="400000"/>
          </a:ln>
        </p:spPr>
      </p:pic>
      <p:sp>
        <p:nvSpPr>
          <p:cNvPr id="19" name="Text Placeholder 10"/>
          <p:cNvSpPr>
            <a:spLocks noGrp="1"/>
          </p:cNvSpPr>
          <p:nvPr>
            <p:ph type="body" sz="quarter" idx="21" hasCustomPrompt="1"/>
          </p:nvPr>
        </p:nvSpPr>
        <p:spPr>
          <a:xfrm>
            <a:off x="474662" y="2619023"/>
            <a:ext cx="2334168" cy="2387601"/>
          </a:xfrm>
          <a:prstGeom prst="rect">
            <a:avLst/>
          </a:prstGeom>
        </p:spPr>
        <p:txBody>
          <a:bodyPr/>
          <a:lstStyle>
            <a:lvl1pPr>
              <a:defRPr sz="1600" b="1"/>
            </a:lvl1pPr>
          </a:lstStyle>
          <a:p>
            <a:r>
              <a:t>Mokytojo
Vardas Pavardė</a:t>
            </a:r>
          </a:p>
        </p:txBody>
      </p:sp>
      <p:sp>
        <p:nvSpPr>
          <p:cNvPr id="20" name="Picture Placeholder 12"/>
          <p:cNvSpPr>
            <a:spLocks noGrp="1"/>
          </p:cNvSpPr>
          <p:nvPr>
            <p:ph type="pic" sz="quarter" idx="22"/>
          </p:nvPr>
        </p:nvSpPr>
        <p:spPr>
          <a:xfrm>
            <a:off x="10323513" y="458787"/>
            <a:ext cx="1377951" cy="1377951"/>
          </a:xfrm>
          <a:prstGeom prst="rect">
            <a:avLst/>
          </a:prstGeom>
        </p:spPr>
        <p:txBody>
          <a:bodyPr lIns="91439" rIns="91439">
            <a:noAutofit/>
          </a:bodyPr>
          <a:lstStyle/>
          <a:p>
            <a:r>
              <a:rPr lang="en-GB"/>
              <a:t>Click icon to add picture</a:t>
            </a:r>
            <a:endParaRPr/>
          </a:p>
        </p:txBody>
      </p:sp>
      <p:sp>
        <p:nvSpPr>
          <p:cNvPr id="21" name="Slide Number"/>
          <p:cNvSpPr txBox="1">
            <a:spLocks noGrp="1"/>
          </p:cNvSpPr>
          <p:nvPr>
            <p:ph type="sldNum" sz="quarter" idx="2"/>
          </p:nvPr>
        </p:nvSpPr>
        <p:spPr>
          <a:prstGeom prst="rect">
            <a:avLst/>
          </a:prstGeom>
        </p:spPr>
        <p:txBody>
          <a:body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1706760803"/>
      </p:ext>
    </p:extLst>
  </p:cSld>
  <p:clrMapOvr>
    <a:masterClrMapping/>
  </p:clrMapOvr>
  <p:transition spd="med"/>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8" name="CodeAcademy sed ut  um  perspiciatis unde omnis sed ut perspiciatis?"/>
          <p:cNvSpPr txBox="1">
            <a:spLocks noGrp="1"/>
          </p:cNvSpPr>
          <p:nvPr>
            <p:ph type="title" hasCustomPrompt="1"/>
          </p:nvPr>
        </p:nvSpPr>
        <p:spPr>
          <a:xfrm>
            <a:off x="480390" y="1371706"/>
            <a:ext cx="5615611" cy="4101247"/>
          </a:xfrm>
          <a:prstGeom prst="rect">
            <a:avLst/>
          </a:prstGeom>
        </p:spPr>
        <p:txBody>
          <a:bodyPr anchor="t"/>
          <a:lstStyle>
            <a:lvl1pPr>
              <a:defRPr sz="3000"/>
            </a:lvl1pPr>
          </a:lstStyle>
          <a:p>
            <a:r>
              <a:t>CodeAcademy sed ut  um  perspiciatis unde omnis sed ut perspiciatis?</a:t>
            </a:r>
          </a:p>
        </p:txBody>
      </p:sp>
      <p:sp>
        <p:nvSpPr>
          <p:cNvPr id="29" name="Body Level One…"/>
          <p:cNvSpPr txBox="1">
            <a:spLocks noGrp="1"/>
          </p:cNvSpPr>
          <p:nvPr>
            <p:ph type="body" sz="quarter" idx="1" hasCustomPrompt="1"/>
          </p:nvPr>
        </p:nvSpPr>
        <p:spPr>
          <a:prstGeom prst="rect">
            <a:avLst/>
          </a:prstGeom>
        </p:spPr>
        <p:txBody>
          <a:bodyPr/>
          <a:lstStyle/>
          <a:p>
            <a:r>
              <a:t>Prezentacijos pavadinimas</a:t>
            </a:r>
          </a:p>
          <a:p>
            <a:pPr lvl="1"/>
            <a:endParaRPr/>
          </a:p>
          <a:p>
            <a:pPr lvl="2"/>
            <a:endParaRPr/>
          </a:p>
          <a:p>
            <a:pPr lvl="3"/>
            <a:endParaRPr/>
          </a:p>
          <a:p>
            <a:pPr lvl="4"/>
            <a:endParaRPr/>
          </a:p>
        </p:txBody>
      </p:sp>
      <p:sp>
        <p:nvSpPr>
          <p:cNvPr id="30" name="Text Placeholder 27"/>
          <p:cNvSpPr>
            <a:spLocks noGrp="1"/>
          </p:cNvSpPr>
          <p:nvPr>
            <p:ph type="body" sz="half" idx="21" hasCustomPrompt="1"/>
          </p:nvPr>
        </p:nvSpPr>
        <p:spPr>
          <a:xfrm>
            <a:off x="6561501" y="1371706"/>
            <a:ext cx="5149486" cy="5067299"/>
          </a:xfrm>
          <a:prstGeom prst="rect">
            <a:avLst/>
          </a:prstGeom>
        </p:spPr>
        <p:txBody>
          <a:bodyPr/>
          <a:lstStyle>
            <a:lvl1pPr>
              <a:lnSpc>
                <a:spcPct val="100000"/>
              </a:lnSpc>
              <a:defRPr sz="1600"/>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31" name="Text Placeholder 29"/>
          <p:cNvSpPr>
            <a:spLocks noGrp="1"/>
          </p:cNvSpPr>
          <p:nvPr>
            <p:ph type="body" sz="quarter" idx="22" hasCustomPrompt="1"/>
          </p:nvPr>
        </p:nvSpPr>
        <p:spPr>
          <a:xfrm>
            <a:off x="481012" y="5916612"/>
            <a:ext cx="5614989" cy="482601"/>
          </a:xfrm>
          <a:prstGeom prst="rect">
            <a:avLst/>
          </a:prstGeom>
        </p:spPr>
        <p:txBody>
          <a:bodyPr anchor="b"/>
          <a:lstStyle>
            <a:lvl1pPr>
              <a:defRPr sz="1600" b="1"/>
            </a:lvl1pPr>
          </a:lstStyle>
          <a:p>
            <a:r>
              <a:t>Short lorem ipsum or link?</a:t>
            </a:r>
          </a:p>
        </p:txBody>
      </p:sp>
      <p:sp>
        <p:nvSpPr>
          <p:cNvPr id="32" name="Slide Number"/>
          <p:cNvSpPr txBox="1">
            <a:spLocks noGrp="1"/>
          </p:cNvSpPr>
          <p:nvPr>
            <p:ph type="sldNum" sz="quarter" idx="2"/>
          </p:nvPr>
        </p:nvSpPr>
        <p:spPr>
          <a:prstGeom prst="rect">
            <a:avLst/>
          </a:prstGeom>
        </p:spPr>
        <p:txBody>
          <a:body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297209553"/>
      </p:ext>
    </p:extLst>
  </p:cSld>
  <p:clrMapOvr>
    <a:masterClrMapping/>
  </p:clrMapOvr>
  <p:transition spd="med"/>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bg>
      <p:bgPr>
        <a:solidFill>
          <a:srgbClr val="191919"/>
        </a:solidFill>
        <a:effectLst/>
      </p:bgPr>
    </p:bg>
    <p:spTree>
      <p:nvGrpSpPr>
        <p:cNvPr id="1" name=""/>
        <p:cNvGrpSpPr/>
        <p:nvPr/>
      </p:nvGrpSpPr>
      <p:grpSpPr>
        <a:xfrm>
          <a:off x="0" y="0"/>
          <a:ext cx="0" cy="0"/>
          <a:chOff x="0" y="0"/>
          <a:chExt cx="0" cy="0"/>
        </a:xfrm>
      </p:grpSpPr>
      <p:sp>
        <p:nvSpPr>
          <p:cNvPr id="47" name="Body Level One…"/>
          <p:cNvSpPr txBox="1">
            <a:spLocks noGrp="1"/>
          </p:cNvSpPr>
          <p:nvPr>
            <p:ph type="body" sz="quarter" idx="1" hasCustomPrompt="1"/>
          </p:nvPr>
        </p:nvSpPr>
        <p:spPr>
          <a:prstGeom prst="rect">
            <a:avLst/>
          </a:prstGeom>
        </p:spPr>
        <p:txBody>
          <a:bodyPr/>
          <a:lstStyle>
            <a:lvl1pPr>
              <a:defRPr>
                <a:solidFill>
                  <a:srgbClr val="FEFFFF"/>
                </a:solidFill>
              </a:defRPr>
            </a:lvl1pPr>
            <a:lvl2pPr>
              <a:defRPr>
                <a:solidFill>
                  <a:srgbClr val="FEFFFF"/>
                </a:solidFill>
              </a:defRPr>
            </a:lvl2pPr>
            <a:lvl3pPr>
              <a:defRPr>
                <a:solidFill>
                  <a:srgbClr val="FEFFFF"/>
                </a:solidFill>
              </a:defRPr>
            </a:lvl3pPr>
            <a:lvl4pPr>
              <a:defRPr>
                <a:solidFill>
                  <a:srgbClr val="FEFFFF"/>
                </a:solidFill>
              </a:defRPr>
            </a:lvl4pPr>
            <a:lvl5pPr>
              <a:defRPr>
                <a:solidFill>
                  <a:srgbClr val="FEFFFF"/>
                </a:solidFill>
              </a:defRPr>
            </a:lvl5pPr>
          </a:lstStyle>
          <a:p>
            <a:r>
              <a:t>Prezentacijos pavadinimas</a:t>
            </a:r>
          </a:p>
          <a:p>
            <a:pPr lvl="1"/>
            <a:endParaRPr/>
          </a:p>
          <a:p>
            <a:pPr lvl="2"/>
            <a:endParaRPr/>
          </a:p>
          <a:p>
            <a:pPr lvl="3"/>
            <a:endParaRPr/>
          </a:p>
          <a:p>
            <a:pPr lvl="4"/>
            <a:endParaRPr/>
          </a:p>
        </p:txBody>
      </p:sp>
      <p:grpSp>
        <p:nvGrpSpPr>
          <p:cNvPr id="52" name="Graphic 4"/>
          <p:cNvGrpSpPr/>
          <p:nvPr/>
        </p:nvGrpSpPr>
        <p:grpSpPr>
          <a:xfrm>
            <a:off x="11078620" y="458787"/>
            <a:ext cx="632989" cy="680885"/>
            <a:chOff x="0" y="0"/>
            <a:chExt cx="632987" cy="680883"/>
          </a:xfrm>
        </p:grpSpPr>
        <p:sp>
          <p:nvSpPr>
            <p:cNvPr id="48" name="Freeform 9"/>
            <p:cNvSpPr/>
            <p:nvPr/>
          </p:nvSpPr>
          <p:spPr>
            <a:xfrm>
              <a:off x="141653" y="388083"/>
              <a:ext cx="132745" cy="106890"/>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4639" y="0"/>
                  </a:lnTo>
                  <a:cubicBezTo>
                    <a:pt x="2102" y="0"/>
                    <a:pt x="0" y="2599"/>
                    <a:pt x="0" y="5736"/>
                  </a:cubicBezTo>
                  <a:lnTo>
                    <a:pt x="0" y="16312"/>
                  </a:lnTo>
                  <a:cubicBezTo>
                    <a:pt x="0" y="19270"/>
                    <a:pt x="1885" y="21600"/>
                    <a:pt x="4277" y="21600"/>
                  </a:cubicBezTo>
                  <a:lnTo>
                    <a:pt x="16961" y="21600"/>
                  </a:lnTo>
                  <a:cubicBezTo>
                    <a:pt x="19498" y="21600"/>
                    <a:pt x="21600" y="19001"/>
                    <a:pt x="21600" y="15864"/>
                  </a:cubicBezTo>
                  <a:lnTo>
                    <a:pt x="21600" y="5646"/>
                  </a:lnTo>
                  <a:cubicBezTo>
                    <a:pt x="21528" y="2510"/>
                    <a:pt x="19498" y="0"/>
                    <a:pt x="16961" y="0"/>
                  </a:cubicBezTo>
                  <a:close/>
                  <a:moveTo>
                    <a:pt x="15294" y="16222"/>
                  </a:moveTo>
                  <a:lnTo>
                    <a:pt x="6379" y="16222"/>
                  </a:lnTo>
                  <a:lnTo>
                    <a:pt x="6379" y="5288"/>
                  </a:lnTo>
                  <a:lnTo>
                    <a:pt x="10800" y="5288"/>
                  </a:lnTo>
                  <a:cubicBezTo>
                    <a:pt x="10872" y="8246"/>
                    <a:pt x="12830" y="10576"/>
                    <a:pt x="15221" y="10576"/>
                  </a:cubicBezTo>
                  <a:lnTo>
                    <a:pt x="15221" y="16222"/>
                  </a:lnTo>
                  <a:close/>
                </a:path>
              </a:pathLst>
            </a:custGeom>
            <a:solidFill>
              <a:srgbClr val="FFFFFF"/>
            </a:solidFill>
            <a:ln w="12700" cap="flat">
              <a:noFill/>
              <a:miter lim="400000"/>
            </a:ln>
            <a:effectLst/>
          </p:spPr>
          <p:txBody>
            <a:bodyPr wrap="square" lIns="45719" tIns="45719" rIns="45719" bIns="45719" numCol="1" anchor="ctr">
              <a:noAutofit/>
            </a:bodyPr>
            <a:lstStyle/>
            <a:p>
              <a:endParaRPr/>
            </a:p>
          </p:txBody>
        </p:sp>
        <p:sp>
          <p:nvSpPr>
            <p:cNvPr id="49" name="Freeform 10"/>
            <p:cNvSpPr/>
            <p:nvPr/>
          </p:nvSpPr>
          <p:spPr>
            <a:xfrm>
              <a:off x="138090" y="251334"/>
              <a:ext cx="357253" cy="123444"/>
            </a:xfrm>
            <a:custGeom>
              <a:avLst/>
              <a:gdLst/>
              <a:ahLst/>
              <a:cxnLst>
                <a:cxn ang="0">
                  <a:pos x="wd2" y="hd2"/>
                </a:cxn>
                <a:cxn ang="5400000">
                  <a:pos x="wd2" y="hd2"/>
                </a:cxn>
                <a:cxn ang="10800000">
                  <a:pos x="wd2" y="hd2"/>
                </a:cxn>
                <a:cxn ang="16200000">
                  <a:pos x="wd2" y="hd2"/>
                </a:cxn>
              </a:cxnLst>
              <a:rect l="0" t="0" r="r" b="b"/>
              <a:pathLst>
                <a:path w="21600" h="20730" extrusionOk="0">
                  <a:moveTo>
                    <a:pt x="20765" y="13729"/>
                  </a:moveTo>
                  <a:lnTo>
                    <a:pt x="20765" y="9111"/>
                  </a:lnTo>
                  <a:cubicBezTo>
                    <a:pt x="20765" y="5535"/>
                    <a:pt x="19957" y="2184"/>
                    <a:pt x="18772" y="769"/>
                  </a:cubicBezTo>
                  <a:cubicBezTo>
                    <a:pt x="17425" y="-870"/>
                    <a:pt x="15836" y="173"/>
                    <a:pt x="14894" y="3301"/>
                  </a:cubicBezTo>
                  <a:cubicBezTo>
                    <a:pt x="13951" y="6876"/>
                    <a:pt x="12389" y="9111"/>
                    <a:pt x="10800" y="9111"/>
                  </a:cubicBezTo>
                  <a:cubicBezTo>
                    <a:pt x="9184" y="9111"/>
                    <a:pt x="7649" y="6951"/>
                    <a:pt x="6706" y="3375"/>
                  </a:cubicBezTo>
                  <a:cubicBezTo>
                    <a:pt x="5764" y="322"/>
                    <a:pt x="4175" y="-796"/>
                    <a:pt x="2855" y="769"/>
                  </a:cubicBezTo>
                  <a:cubicBezTo>
                    <a:pt x="1643" y="2184"/>
                    <a:pt x="835" y="5535"/>
                    <a:pt x="835" y="9185"/>
                  </a:cubicBezTo>
                  <a:lnTo>
                    <a:pt x="835" y="13654"/>
                  </a:lnTo>
                  <a:cubicBezTo>
                    <a:pt x="835" y="15963"/>
                    <a:pt x="512" y="18123"/>
                    <a:pt x="0" y="19762"/>
                  </a:cubicBezTo>
                  <a:lnTo>
                    <a:pt x="27" y="19836"/>
                  </a:lnTo>
                  <a:cubicBezTo>
                    <a:pt x="566" y="18793"/>
                    <a:pt x="1239" y="18198"/>
                    <a:pt x="1939" y="18198"/>
                  </a:cubicBezTo>
                  <a:lnTo>
                    <a:pt x="6518" y="18198"/>
                  </a:lnTo>
                  <a:cubicBezTo>
                    <a:pt x="7406" y="18198"/>
                    <a:pt x="8241" y="19166"/>
                    <a:pt x="8834" y="20730"/>
                  </a:cubicBezTo>
                  <a:cubicBezTo>
                    <a:pt x="8834" y="20730"/>
                    <a:pt x="8834" y="20730"/>
                    <a:pt x="8834" y="20730"/>
                  </a:cubicBezTo>
                  <a:cubicBezTo>
                    <a:pt x="9319" y="19166"/>
                    <a:pt x="10046" y="18198"/>
                    <a:pt x="10800" y="18198"/>
                  </a:cubicBezTo>
                  <a:cubicBezTo>
                    <a:pt x="11581" y="18198"/>
                    <a:pt x="12281" y="19166"/>
                    <a:pt x="12766" y="20730"/>
                  </a:cubicBezTo>
                  <a:cubicBezTo>
                    <a:pt x="13386" y="19166"/>
                    <a:pt x="14194" y="18198"/>
                    <a:pt x="15082" y="18198"/>
                  </a:cubicBezTo>
                  <a:lnTo>
                    <a:pt x="19661" y="18198"/>
                  </a:lnTo>
                  <a:cubicBezTo>
                    <a:pt x="20361" y="18198"/>
                    <a:pt x="21034" y="18793"/>
                    <a:pt x="21573" y="19836"/>
                  </a:cubicBezTo>
                  <a:lnTo>
                    <a:pt x="21600" y="19762"/>
                  </a:lnTo>
                  <a:cubicBezTo>
                    <a:pt x="21115" y="18123"/>
                    <a:pt x="20792" y="16038"/>
                    <a:pt x="20765" y="13729"/>
                  </a:cubicBezTo>
                  <a:close/>
                </a:path>
              </a:pathLst>
            </a:custGeom>
            <a:solidFill>
              <a:srgbClr val="FFFFFF"/>
            </a:solidFill>
            <a:ln w="12700" cap="flat">
              <a:noFill/>
              <a:miter lim="400000"/>
            </a:ln>
            <a:effectLst/>
          </p:spPr>
          <p:txBody>
            <a:bodyPr wrap="square" lIns="45719" tIns="45719" rIns="45719" bIns="45719" numCol="1" anchor="ctr">
              <a:noAutofit/>
            </a:bodyPr>
            <a:lstStyle/>
            <a:p>
              <a:endParaRPr/>
            </a:p>
          </p:txBody>
        </p:sp>
        <p:sp>
          <p:nvSpPr>
            <p:cNvPr id="50" name="Freeform 11"/>
            <p:cNvSpPr/>
            <p:nvPr/>
          </p:nvSpPr>
          <p:spPr>
            <a:xfrm>
              <a:off x="359033" y="388083"/>
              <a:ext cx="132746" cy="106890"/>
            </a:xfrm>
            <a:custGeom>
              <a:avLst/>
              <a:gdLst/>
              <a:ahLst/>
              <a:cxnLst>
                <a:cxn ang="0">
                  <a:pos x="wd2" y="hd2"/>
                </a:cxn>
                <a:cxn ang="5400000">
                  <a:pos x="wd2" y="hd2"/>
                </a:cxn>
                <a:cxn ang="10800000">
                  <a:pos x="wd2" y="hd2"/>
                </a:cxn>
                <a:cxn ang="16200000">
                  <a:pos x="wd2" y="hd2"/>
                </a:cxn>
              </a:cxnLst>
              <a:rect l="0" t="0" r="r" b="b"/>
              <a:pathLst>
                <a:path w="21600" h="21600" extrusionOk="0">
                  <a:moveTo>
                    <a:pt x="17034" y="0"/>
                  </a:moveTo>
                  <a:lnTo>
                    <a:pt x="4639" y="0"/>
                  </a:lnTo>
                  <a:cubicBezTo>
                    <a:pt x="2102" y="0"/>
                    <a:pt x="0" y="2599"/>
                    <a:pt x="0" y="5736"/>
                  </a:cubicBezTo>
                  <a:lnTo>
                    <a:pt x="0" y="15864"/>
                  </a:lnTo>
                  <a:cubicBezTo>
                    <a:pt x="0" y="19001"/>
                    <a:pt x="2102" y="21600"/>
                    <a:pt x="4639" y="21600"/>
                  </a:cubicBezTo>
                  <a:lnTo>
                    <a:pt x="17324" y="21600"/>
                  </a:lnTo>
                  <a:cubicBezTo>
                    <a:pt x="19715" y="21600"/>
                    <a:pt x="21600" y="19270"/>
                    <a:pt x="21600" y="16312"/>
                  </a:cubicBezTo>
                  <a:lnTo>
                    <a:pt x="21600" y="5646"/>
                  </a:lnTo>
                  <a:cubicBezTo>
                    <a:pt x="21600" y="2510"/>
                    <a:pt x="19570" y="0"/>
                    <a:pt x="17034" y="0"/>
                  </a:cubicBezTo>
                  <a:close/>
                  <a:moveTo>
                    <a:pt x="15294" y="16222"/>
                  </a:moveTo>
                  <a:lnTo>
                    <a:pt x="6379" y="16222"/>
                  </a:lnTo>
                  <a:lnTo>
                    <a:pt x="6379" y="5288"/>
                  </a:lnTo>
                  <a:lnTo>
                    <a:pt x="10800" y="5288"/>
                  </a:lnTo>
                  <a:cubicBezTo>
                    <a:pt x="10872" y="8246"/>
                    <a:pt x="12830" y="10576"/>
                    <a:pt x="15221" y="10576"/>
                  </a:cubicBezTo>
                  <a:lnTo>
                    <a:pt x="15221" y="16222"/>
                  </a:lnTo>
                  <a:close/>
                </a:path>
              </a:pathLst>
            </a:custGeom>
            <a:solidFill>
              <a:srgbClr val="FFFFFF"/>
            </a:solidFill>
            <a:ln w="12700" cap="flat">
              <a:noFill/>
              <a:miter lim="400000"/>
            </a:ln>
            <a:effectLst/>
          </p:spPr>
          <p:txBody>
            <a:bodyPr wrap="square" lIns="45719" tIns="45719" rIns="45719" bIns="45719" numCol="1" anchor="ctr">
              <a:noAutofit/>
            </a:bodyPr>
            <a:lstStyle/>
            <a:p>
              <a:endParaRPr/>
            </a:p>
          </p:txBody>
        </p:sp>
        <p:sp>
          <p:nvSpPr>
            <p:cNvPr id="51" name="Freeform 12"/>
            <p:cNvSpPr/>
            <p:nvPr/>
          </p:nvSpPr>
          <p:spPr>
            <a:xfrm>
              <a:off x="0" y="0"/>
              <a:ext cx="632988" cy="680884"/>
            </a:xfrm>
            <a:custGeom>
              <a:avLst/>
              <a:gdLst/>
              <a:ahLst/>
              <a:cxnLst>
                <a:cxn ang="0">
                  <a:pos x="wd2" y="hd2"/>
                </a:cxn>
                <a:cxn ang="5400000">
                  <a:pos x="wd2" y="hd2"/>
                </a:cxn>
                <a:cxn ang="10800000">
                  <a:pos x="wd2" y="hd2"/>
                </a:cxn>
                <a:cxn ang="16200000">
                  <a:pos x="wd2" y="hd2"/>
                </a:cxn>
              </a:cxnLst>
              <a:rect l="0" t="0" r="r" b="b"/>
              <a:pathLst>
                <a:path w="21600" h="21407" extrusionOk="0">
                  <a:moveTo>
                    <a:pt x="0" y="0"/>
                  </a:moveTo>
                  <a:lnTo>
                    <a:pt x="0" y="11504"/>
                  </a:lnTo>
                  <a:cubicBezTo>
                    <a:pt x="0" y="13554"/>
                    <a:pt x="714" y="15590"/>
                    <a:pt x="2006" y="17249"/>
                  </a:cubicBezTo>
                  <a:cubicBezTo>
                    <a:pt x="3268" y="18867"/>
                    <a:pt x="5062" y="20122"/>
                    <a:pt x="7099" y="20805"/>
                  </a:cubicBezTo>
                  <a:cubicBezTo>
                    <a:pt x="9212" y="21516"/>
                    <a:pt x="11568" y="21600"/>
                    <a:pt x="13741" y="21042"/>
                  </a:cubicBezTo>
                  <a:cubicBezTo>
                    <a:pt x="15854" y="20498"/>
                    <a:pt x="17754" y="19355"/>
                    <a:pt x="19138" y="17807"/>
                  </a:cubicBezTo>
                  <a:cubicBezTo>
                    <a:pt x="20536" y="16245"/>
                    <a:pt x="21402" y="14307"/>
                    <a:pt x="21570" y="12285"/>
                  </a:cubicBezTo>
                  <a:cubicBezTo>
                    <a:pt x="21585" y="12020"/>
                    <a:pt x="21600" y="11769"/>
                    <a:pt x="21600" y="11504"/>
                  </a:cubicBezTo>
                  <a:lnTo>
                    <a:pt x="21600" y="0"/>
                  </a:lnTo>
                  <a:lnTo>
                    <a:pt x="0" y="0"/>
                  </a:lnTo>
                  <a:close/>
                  <a:moveTo>
                    <a:pt x="18317" y="10458"/>
                  </a:moveTo>
                  <a:lnTo>
                    <a:pt x="18317" y="12174"/>
                  </a:lnTo>
                  <a:lnTo>
                    <a:pt x="18301" y="12174"/>
                  </a:lnTo>
                  <a:cubicBezTo>
                    <a:pt x="17921" y="12174"/>
                    <a:pt x="17572" y="12062"/>
                    <a:pt x="17268" y="11881"/>
                  </a:cubicBezTo>
                  <a:lnTo>
                    <a:pt x="17253" y="11895"/>
                  </a:lnTo>
                  <a:cubicBezTo>
                    <a:pt x="17557" y="12215"/>
                    <a:pt x="17754" y="12620"/>
                    <a:pt x="17754" y="13080"/>
                  </a:cubicBezTo>
                  <a:lnTo>
                    <a:pt x="17754" y="14725"/>
                  </a:lnTo>
                  <a:cubicBezTo>
                    <a:pt x="17754" y="15674"/>
                    <a:pt x="16918" y="16441"/>
                    <a:pt x="15885" y="16441"/>
                  </a:cubicBezTo>
                  <a:lnTo>
                    <a:pt x="13224" y="16441"/>
                  </a:lnTo>
                  <a:cubicBezTo>
                    <a:pt x="12160" y="16441"/>
                    <a:pt x="11294" y="15646"/>
                    <a:pt x="11294" y="14670"/>
                  </a:cubicBezTo>
                  <a:lnTo>
                    <a:pt x="11294" y="12648"/>
                  </a:lnTo>
                  <a:cubicBezTo>
                    <a:pt x="11294" y="12048"/>
                    <a:pt x="10321" y="12048"/>
                    <a:pt x="10321" y="12648"/>
                  </a:cubicBezTo>
                  <a:lnTo>
                    <a:pt x="10321" y="14670"/>
                  </a:lnTo>
                  <a:cubicBezTo>
                    <a:pt x="10321" y="15646"/>
                    <a:pt x="9455" y="16441"/>
                    <a:pt x="8391" y="16441"/>
                  </a:cubicBezTo>
                  <a:lnTo>
                    <a:pt x="5731" y="16441"/>
                  </a:lnTo>
                  <a:cubicBezTo>
                    <a:pt x="4697" y="16441"/>
                    <a:pt x="3861" y="15674"/>
                    <a:pt x="3861" y="14725"/>
                  </a:cubicBezTo>
                  <a:lnTo>
                    <a:pt x="3861" y="13080"/>
                  </a:lnTo>
                  <a:cubicBezTo>
                    <a:pt x="3861" y="12620"/>
                    <a:pt x="4059" y="12201"/>
                    <a:pt x="4363" y="11895"/>
                  </a:cubicBezTo>
                  <a:lnTo>
                    <a:pt x="4347" y="11881"/>
                  </a:lnTo>
                  <a:cubicBezTo>
                    <a:pt x="4059" y="12062"/>
                    <a:pt x="3694" y="12174"/>
                    <a:pt x="3314" y="12174"/>
                  </a:cubicBezTo>
                  <a:lnTo>
                    <a:pt x="3299" y="12174"/>
                  </a:lnTo>
                  <a:lnTo>
                    <a:pt x="3299" y="9608"/>
                  </a:lnTo>
                  <a:cubicBezTo>
                    <a:pt x="3299" y="8185"/>
                    <a:pt x="3785" y="6791"/>
                    <a:pt x="4682" y="5648"/>
                  </a:cubicBezTo>
                  <a:cubicBezTo>
                    <a:pt x="5563" y="4518"/>
                    <a:pt x="6810" y="3653"/>
                    <a:pt x="8239" y="3179"/>
                  </a:cubicBezTo>
                  <a:cubicBezTo>
                    <a:pt x="9060" y="2900"/>
                    <a:pt x="9941" y="2761"/>
                    <a:pt x="10823" y="2761"/>
                  </a:cubicBezTo>
                  <a:lnTo>
                    <a:pt x="14547" y="2761"/>
                  </a:lnTo>
                  <a:lnTo>
                    <a:pt x="14547" y="3667"/>
                  </a:lnTo>
                  <a:cubicBezTo>
                    <a:pt x="14547" y="3667"/>
                    <a:pt x="14547" y="3667"/>
                    <a:pt x="14547" y="3667"/>
                  </a:cubicBezTo>
                  <a:lnTo>
                    <a:pt x="14547" y="4476"/>
                  </a:lnTo>
                  <a:lnTo>
                    <a:pt x="16401" y="4476"/>
                  </a:lnTo>
                  <a:lnTo>
                    <a:pt x="16401" y="6177"/>
                  </a:lnTo>
                  <a:lnTo>
                    <a:pt x="18286" y="6177"/>
                  </a:lnTo>
                  <a:lnTo>
                    <a:pt x="18286" y="9120"/>
                  </a:lnTo>
                  <a:cubicBezTo>
                    <a:pt x="18301" y="9273"/>
                    <a:pt x="18301" y="9440"/>
                    <a:pt x="18301" y="9608"/>
                  </a:cubicBezTo>
                  <a:lnTo>
                    <a:pt x="18301" y="10458"/>
                  </a:lnTo>
                  <a:close/>
                </a:path>
              </a:pathLst>
            </a:custGeom>
            <a:solidFill>
              <a:srgbClr val="FFFFFF"/>
            </a:solidFill>
            <a:ln w="12700" cap="flat">
              <a:noFill/>
              <a:miter lim="400000"/>
            </a:ln>
            <a:effectLst/>
          </p:spPr>
          <p:txBody>
            <a:bodyPr wrap="square" lIns="45719" tIns="45719" rIns="45719" bIns="45719" numCol="1" anchor="ctr">
              <a:noAutofit/>
            </a:bodyPr>
            <a:lstStyle/>
            <a:p>
              <a:endParaRPr/>
            </a:p>
          </p:txBody>
        </p:sp>
      </p:grpSp>
      <p:sp>
        <p:nvSpPr>
          <p:cNvPr id="53" name="Picture Placeholder 2"/>
          <p:cNvSpPr>
            <a:spLocks noGrp="1"/>
          </p:cNvSpPr>
          <p:nvPr>
            <p:ph type="pic" idx="21"/>
          </p:nvPr>
        </p:nvSpPr>
        <p:spPr>
          <a:xfrm>
            <a:off x="479612" y="1854200"/>
            <a:ext cx="11231996" cy="5003800"/>
          </a:xfrm>
          <a:prstGeom prst="rect">
            <a:avLst/>
          </a:prstGeom>
        </p:spPr>
        <p:txBody>
          <a:bodyPr lIns="91439" rIns="91439">
            <a:noAutofit/>
          </a:bodyPr>
          <a:lstStyle/>
          <a:p>
            <a:r>
              <a:rPr lang="en-GB"/>
              <a:t>Click icon to add picture</a:t>
            </a:r>
            <a:endParaRPr/>
          </a:p>
        </p:txBody>
      </p:sp>
      <p:sp>
        <p:nvSpPr>
          <p:cNvPr id="54" name="Slide Number"/>
          <p:cNvSpPr txBox="1">
            <a:spLocks noGrp="1"/>
          </p:cNvSpPr>
          <p:nvPr>
            <p:ph type="sldNum" sz="quarter" idx="2"/>
          </p:nvPr>
        </p:nvSpPr>
        <p:spPr>
          <a:prstGeom prst="rect">
            <a:avLst/>
          </a:prstGeom>
        </p:spPr>
        <p:txBody>
          <a:body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256833610"/>
      </p:ext>
    </p:extLst>
  </p:cSld>
  <p:clrMapOvr>
    <a:masterClrMapping/>
  </p:clrMapOvr>
  <p:transition spd="med"/>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2_Title and Content">
    <p:spTree>
      <p:nvGrpSpPr>
        <p:cNvPr id="1" name=""/>
        <p:cNvGrpSpPr/>
        <p:nvPr/>
      </p:nvGrpSpPr>
      <p:grpSpPr>
        <a:xfrm>
          <a:off x="0" y="0"/>
          <a:ext cx="0" cy="0"/>
          <a:chOff x="0" y="0"/>
          <a:chExt cx="0" cy="0"/>
        </a:xfrm>
      </p:grpSpPr>
      <p:sp>
        <p:nvSpPr>
          <p:cNvPr id="80" name="Body Level One…"/>
          <p:cNvSpPr txBox="1">
            <a:spLocks noGrp="1"/>
          </p:cNvSpPr>
          <p:nvPr>
            <p:ph type="body" sz="quarter" idx="1" hasCustomPrompt="1"/>
          </p:nvPr>
        </p:nvSpPr>
        <p:spPr>
          <a:prstGeom prst="rect">
            <a:avLst/>
          </a:prstGeom>
        </p:spPr>
        <p:txBody>
          <a:bodyPr/>
          <a:lstStyle/>
          <a:p>
            <a:r>
              <a:t>Prezentacijos pavadinimas</a:t>
            </a:r>
          </a:p>
          <a:p>
            <a:pPr lvl="1"/>
            <a:endParaRPr/>
          </a:p>
          <a:p>
            <a:pPr lvl="2"/>
            <a:endParaRPr/>
          </a:p>
          <a:p>
            <a:pPr lvl="3"/>
            <a:endParaRPr/>
          </a:p>
          <a:p>
            <a:pPr lvl="4"/>
            <a:endParaRPr/>
          </a:p>
        </p:txBody>
      </p:sp>
      <p:sp>
        <p:nvSpPr>
          <p:cNvPr id="81" name="CodeAcademy sed ut  um  perspiciatis unde?"/>
          <p:cNvSpPr txBox="1">
            <a:spLocks noGrp="1"/>
          </p:cNvSpPr>
          <p:nvPr>
            <p:ph type="title" hasCustomPrompt="1"/>
          </p:nvPr>
        </p:nvSpPr>
        <p:spPr>
          <a:xfrm>
            <a:off x="480390" y="1371706"/>
            <a:ext cx="5153928" cy="1365251"/>
          </a:xfrm>
          <a:prstGeom prst="rect">
            <a:avLst/>
          </a:prstGeom>
        </p:spPr>
        <p:txBody>
          <a:bodyPr anchor="t"/>
          <a:lstStyle>
            <a:lvl1pPr>
              <a:defRPr sz="3000"/>
            </a:lvl1pPr>
          </a:lstStyle>
          <a:p>
            <a:r>
              <a:t>CodeAcademy sed ut  um  perspiciatis unde?</a:t>
            </a:r>
          </a:p>
        </p:txBody>
      </p:sp>
      <p:sp>
        <p:nvSpPr>
          <p:cNvPr id="82" name="Text Placeholder 3"/>
          <p:cNvSpPr>
            <a:spLocks noGrp="1"/>
          </p:cNvSpPr>
          <p:nvPr>
            <p:ph type="body" sz="quarter" idx="21" hasCustomPrompt="1"/>
          </p:nvPr>
        </p:nvSpPr>
        <p:spPr>
          <a:xfrm>
            <a:off x="1398588" y="3193409"/>
            <a:ext cx="4235730"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3" name="Text Placeholder 3"/>
          <p:cNvSpPr>
            <a:spLocks noGrp="1"/>
          </p:cNvSpPr>
          <p:nvPr>
            <p:ph type="body" sz="quarter" idx="22" hasCustomPrompt="1"/>
          </p:nvPr>
        </p:nvSpPr>
        <p:spPr>
          <a:xfrm>
            <a:off x="1398588" y="4336410"/>
            <a:ext cx="4235730"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4" name="Text Placeholder 3"/>
          <p:cNvSpPr>
            <a:spLocks noGrp="1"/>
          </p:cNvSpPr>
          <p:nvPr>
            <p:ph type="body" sz="quarter" idx="23" hasCustomPrompt="1"/>
          </p:nvPr>
        </p:nvSpPr>
        <p:spPr>
          <a:xfrm>
            <a:off x="1398588" y="5479410"/>
            <a:ext cx="4235730"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5" name="Text Placeholder 3"/>
          <p:cNvSpPr>
            <a:spLocks noGrp="1"/>
          </p:cNvSpPr>
          <p:nvPr>
            <p:ph type="body" sz="quarter" idx="24" hasCustomPrompt="1"/>
          </p:nvPr>
        </p:nvSpPr>
        <p:spPr>
          <a:xfrm>
            <a:off x="7476658" y="3193409"/>
            <a:ext cx="4235731"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6" name="Text Placeholder 3"/>
          <p:cNvSpPr>
            <a:spLocks noGrp="1"/>
          </p:cNvSpPr>
          <p:nvPr>
            <p:ph type="body" sz="quarter" idx="25" hasCustomPrompt="1"/>
          </p:nvPr>
        </p:nvSpPr>
        <p:spPr>
          <a:xfrm>
            <a:off x="7476658" y="4336410"/>
            <a:ext cx="4235731"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7" name="Text Placeholder 3"/>
          <p:cNvSpPr>
            <a:spLocks noGrp="1"/>
          </p:cNvSpPr>
          <p:nvPr>
            <p:ph type="body" sz="quarter" idx="26" hasCustomPrompt="1"/>
          </p:nvPr>
        </p:nvSpPr>
        <p:spPr>
          <a:xfrm>
            <a:off x="7476658" y="5479410"/>
            <a:ext cx="4235731"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88" name="Slide Number"/>
          <p:cNvSpPr txBox="1">
            <a:spLocks noGrp="1"/>
          </p:cNvSpPr>
          <p:nvPr>
            <p:ph type="sldNum" sz="quarter" idx="2"/>
          </p:nvPr>
        </p:nvSpPr>
        <p:spPr>
          <a:prstGeom prst="rect">
            <a:avLst/>
          </a:prstGeom>
        </p:spPr>
        <p:txBody>
          <a:body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656499983"/>
      </p:ext>
    </p:extLst>
  </p:cSld>
  <p:clrMapOvr>
    <a:masterClrMapping/>
  </p:clrMapOvr>
  <p:transition spd="med"/>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and Content">
  <p:cSld name="3_Title and Content">
    <p:spTree>
      <p:nvGrpSpPr>
        <p:cNvPr id="1" name="Shape 22"/>
        <p:cNvGrpSpPr/>
        <p:nvPr/>
      </p:nvGrpSpPr>
      <p:grpSpPr>
        <a:xfrm>
          <a:off x="0" y="0"/>
          <a:ext cx="0" cy="0"/>
          <a:chOff x="0" y="0"/>
          <a:chExt cx="0" cy="0"/>
        </a:xfrm>
      </p:grpSpPr>
      <p:sp>
        <p:nvSpPr>
          <p:cNvPr id="23" name="Google Shape;23;p12"/>
          <p:cNvSpPr txBox="1">
            <a:spLocks noGrp="1"/>
          </p:cNvSpPr>
          <p:nvPr>
            <p:ph type="body" idx="1"/>
          </p:nvPr>
        </p:nvSpPr>
        <p:spPr>
          <a:xfrm>
            <a:off x="480391" y="460650"/>
            <a:ext cx="5615609" cy="4537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300"/>
              <a:buNone/>
              <a:defRPr sz="130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29" name="Google Shape;29;p12"/>
          <p:cNvSpPr txBox="1">
            <a:spLocks noGrp="1"/>
          </p:cNvSpPr>
          <p:nvPr>
            <p:ph type="title"/>
          </p:nvPr>
        </p:nvSpPr>
        <p:spPr>
          <a:xfrm>
            <a:off x="480391" y="1371706"/>
            <a:ext cx="5153927" cy="1365251"/>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GB"/>
              <a:t>Click to edit Master title style</a:t>
            </a:r>
            <a:endParaRPr/>
          </a:p>
        </p:txBody>
      </p:sp>
      <p:sp>
        <p:nvSpPr>
          <p:cNvPr id="30" name="Google Shape;30;p12"/>
          <p:cNvSpPr txBox="1">
            <a:spLocks noGrp="1"/>
          </p:cNvSpPr>
          <p:nvPr>
            <p:ph type="body" idx="2"/>
          </p:nvPr>
        </p:nvSpPr>
        <p:spPr>
          <a:xfrm>
            <a:off x="1398588" y="3193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1" name="Google Shape;31;p12"/>
          <p:cNvSpPr txBox="1">
            <a:spLocks noGrp="1"/>
          </p:cNvSpPr>
          <p:nvPr>
            <p:ph type="body" idx="3"/>
          </p:nvPr>
        </p:nvSpPr>
        <p:spPr>
          <a:xfrm>
            <a:off x="1398588" y="4336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2" name="Google Shape;32;p12"/>
          <p:cNvSpPr txBox="1">
            <a:spLocks noGrp="1"/>
          </p:cNvSpPr>
          <p:nvPr>
            <p:ph type="body" idx="4"/>
          </p:nvPr>
        </p:nvSpPr>
        <p:spPr>
          <a:xfrm>
            <a:off x="1398588" y="5479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3" name="Google Shape;33;p12"/>
          <p:cNvSpPr txBox="1">
            <a:spLocks noGrp="1"/>
          </p:cNvSpPr>
          <p:nvPr>
            <p:ph type="body" idx="5"/>
          </p:nvPr>
        </p:nvSpPr>
        <p:spPr>
          <a:xfrm>
            <a:off x="7476658" y="3193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4" name="Google Shape;34;p12"/>
          <p:cNvSpPr txBox="1">
            <a:spLocks noGrp="1"/>
          </p:cNvSpPr>
          <p:nvPr>
            <p:ph type="body" idx="6"/>
          </p:nvPr>
        </p:nvSpPr>
        <p:spPr>
          <a:xfrm>
            <a:off x="7476658" y="4336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35" name="Google Shape;35;p12"/>
          <p:cNvSpPr txBox="1">
            <a:spLocks noGrp="1"/>
          </p:cNvSpPr>
          <p:nvPr>
            <p:ph type="body" idx="7"/>
          </p:nvPr>
        </p:nvSpPr>
        <p:spPr>
          <a:xfrm>
            <a:off x="7476658" y="5479410"/>
            <a:ext cx="4235730" cy="90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1842394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36"/>
        <p:cNvGrpSpPr/>
        <p:nvPr/>
      </p:nvGrpSpPr>
      <p:grpSpPr>
        <a:xfrm>
          <a:off x="0" y="0"/>
          <a:ext cx="0" cy="0"/>
          <a:chOff x="0" y="0"/>
          <a:chExt cx="0" cy="0"/>
        </a:xfrm>
      </p:grpSpPr>
      <p:sp>
        <p:nvSpPr>
          <p:cNvPr id="37" name="Google Shape;37;p13"/>
          <p:cNvSpPr txBox="1">
            <a:spLocks noGrp="1"/>
          </p:cNvSpPr>
          <p:nvPr>
            <p:ph type="title"/>
          </p:nvPr>
        </p:nvSpPr>
        <p:spPr>
          <a:xfrm>
            <a:off x="480391" y="1371706"/>
            <a:ext cx="5615609" cy="41012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GB"/>
              <a:t>Click to edit Master title style</a:t>
            </a:r>
            <a:endParaRPr/>
          </a:p>
        </p:txBody>
      </p:sp>
      <p:sp>
        <p:nvSpPr>
          <p:cNvPr id="38" name="Google Shape;38;p13"/>
          <p:cNvSpPr txBox="1">
            <a:spLocks noGrp="1"/>
          </p:cNvSpPr>
          <p:nvPr>
            <p:ph type="body" idx="1"/>
          </p:nvPr>
        </p:nvSpPr>
        <p:spPr>
          <a:xfrm>
            <a:off x="480391" y="460650"/>
            <a:ext cx="5615609" cy="4537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300"/>
              <a:buNone/>
              <a:defRPr sz="130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44" name="Google Shape;44;p13"/>
          <p:cNvSpPr txBox="1">
            <a:spLocks noGrp="1"/>
          </p:cNvSpPr>
          <p:nvPr>
            <p:ph type="body" idx="2"/>
          </p:nvPr>
        </p:nvSpPr>
        <p:spPr>
          <a:xfrm>
            <a:off x="6561502" y="1371706"/>
            <a:ext cx="5149485" cy="506729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6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45" name="Google Shape;45;p13"/>
          <p:cNvSpPr txBox="1">
            <a:spLocks noGrp="1"/>
          </p:cNvSpPr>
          <p:nvPr>
            <p:ph type="body" idx="3"/>
          </p:nvPr>
        </p:nvSpPr>
        <p:spPr>
          <a:xfrm>
            <a:off x="481013" y="5916613"/>
            <a:ext cx="5614987" cy="4826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179481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54"/>
        <p:cNvGrpSpPr/>
        <p:nvPr/>
      </p:nvGrpSpPr>
      <p:grpSpPr>
        <a:xfrm>
          <a:off x="0" y="0"/>
          <a:ext cx="0" cy="0"/>
          <a:chOff x="0" y="0"/>
          <a:chExt cx="0" cy="0"/>
        </a:xfrm>
      </p:grpSpPr>
      <p:sp>
        <p:nvSpPr>
          <p:cNvPr id="55" name="Google Shape;55;p16"/>
          <p:cNvSpPr txBox="1">
            <a:spLocks noGrp="1"/>
          </p:cNvSpPr>
          <p:nvPr>
            <p:ph type="body" idx="1"/>
          </p:nvPr>
        </p:nvSpPr>
        <p:spPr>
          <a:xfrm>
            <a:off x="480391" y="460650"/>
            <a:ext cx="5615609" cy="4537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300"/>
              <a:buNone/>
              <a:defRPr sz="130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1" name="Google Shape;61;p16"/>
          <p:cNvSpPr txBox="1">
            <a:spLocks noGrp="1"/>
          </p:cNvSpPr>
          <p:nvPr>
            <p:ph type="body" idx="2"/>
          </p:nvPr>
        </p:nvSpPr>
        <p:spPr>
          <a:xfrm>
            <a:off x="3281688" y="1821809"/>
            <a:ext cx="3750857" cy="3297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2" name="Google Shape;62;p16"/>
          <p:cNvSpPr txBox="1">
            <a:spLocks noGrp="1"/>
          </p:cNvSpPr>
          <p:nvPr>
            <p:ph type="body" idx="3"/>
          </p:nvPr>
        </p:nvSpPr>
        <p:spPr>
          <a:xfrm>
            <a:off x="3281688" y="2171432"/>
            <a:ext cx="3750857" cy="5045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3" name="Google Shape;63;p16"/>
          <p:cNvSpPr txBox="1">
            <a:spLocks noGrp="1"/>
          </p:cNvSpPr>
          <p:nvPr>
            <p:ph type="title"/>
          </p:nvPr>
        </p:nvSpPr>
        <p:spPr>
          <a:xfrm>
            <a:off x="480391" y="5032099"/>
            <a:ext cx="2343491" cy="1365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GB"/>
              <a:t>Click to edit Master title style</a:t>
            </a:r>
            <a:endParaRPr/>
          </a:p>
        </p:txBody>
      </p:sp>
      <p:sp>
        <p:nvSpPr>
          <p:cNvPr id="64" name="Google Shape;64;p16"/>
          <p:cNvSpPr txBox="1">
            <a:spLocks noGrp="1"/>
          </p:cNvSpPr>
          <p:nvPr>
            <p:ph type="body" idx="4"/>
          </p:nvPr>
        </p:nvSpPr>
        <p:spPr>
          <a:xfrm>
            <a:off x="7503551" y="1821809"/>
            <a:ext cx="4208058" cy="7911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3"/>
              </a:buClr>
              <a:buSzPts val="1600"/>
              <a:buNone/>
              <a:defRPr b="1">
                <a:solidFill>
                  <a:schemeClr val="accent3"/>
                </a:solidFil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5" name="Google Shape;65;p16"/>
          <p:cNvSpPr txBox="1">
            <a:spLocks noGrp="1"/>
          </p:cNvSpPr>
          <p:nvPr>
            <p:ph type="body" idx="5"/>
          </p:nvPr>
        </p:nvSpPr>
        <p:spPr>
          <a:xfrm>
            <a:off x="3281688" y="2727012"/>
            <a:ext cx="3750857" cy="3297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6" name="Google Shape;66;p16"/>
          <p:cNvSpPr txBox="1">
            <a:spLocks noGrp="1"/>
          </p:cNvSpPr>
          <p:nvPr>
            <p:ph type="body" idx="6"/>
          </p:nvPr>
        </p:nvSpPr>
        <p:spPr>
          <a:xfrm>
            <a:off x="3281688" y="3076635"/>
            <a:ext cx="3750857" cy="5045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7" name="Google Shape;67;p16"/>
          <p:cNvSpPr txBox="1">
            <a:spLocks noGrp="1"/>
          </p:cNvSpPr>
          <p:nvPr>
            <p:ph type="body" idx="7"/>
          </p:nvPr>
        </p:nvSpPr>
        <p:spPr>
          <a:xfrm>
            <a:off x="7503551" y="2724846"/>
            <a:ext cx="4208058" cy="89874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3"/>
              </a:buClr>
              <a:buSzPts val="1600"/>
              <a:buNone/>
              <a:defRPr b="1">
                <a:solidFill>
                  <a:schemeClr val="accent3"/>
                </a:solidFil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8" name="Google Shape;68;p16"/>
          <p:cNvSpPr txBox="1">
            <a:spLocks noGrp="1"/>
          </p:cNvSpPr>
          <p:nvPr>
            <p:ph type="body" idx="8"/>
          </p:nvPr>
        </p:nvSpPr>
        <p:spPr>
          <a:xfrm>
            <a:off x="3281688" y="3650609"/>
            <a:ext cx="3750857" cy="3297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69" name="Google Shape;69;p16"/>
          <p:cNvSpPr txBox="1">
            <a:spLocks noGrp="1"/>
          </p:cNvSpPr>
          <p:nvPr>
            <p:ph type="body" idx="9"/>
          </p:nvPr>
        </p:nvSpPr>
        <p:spPr>
          <a:xfrm>
            <a:off x="3281688" y="4000232"/>
            <a:ext cx="3750857" cy="5045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0" name="Google Shape;70;p16"/>
          <p:cNvSpPr txBox="1">
            <a:spLocks noGrp="1"/>
          </p:cNvSpPr>
          <p:nvPr>
            <p:ph type="body" idx="13"/>
          </p:nvPr>
        </p:nvSpPr>
        <p:spPr>
          <a:xfrm>
            <a:off x="7503551" y="3666017"/>
            <a:ext cx="4208058" cy="8541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3"/>
              </a:buClr>
              <a:buSzPts val="1600"/>
              <a:buNone/>
              <a:defRPr b="1">
                <a:solidFill>
                  <a:schemeClr val="accent3"/>
                </a:solidFil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1" name="Google Shape;71;p16"/>
          <p:cNvSpPr txBox="1">
            <a:spLocks noGrp="1"/>
          </p:cNvSpPr>
          <p:nvPr>
            <p:ph type="body" idx="14"/>
          </p:nvPr>
        </p:nvSpPr>
        <p:spPr>
          <a:xfrm>
            <a:off x="3281688" y="4571989"/>
            <a:ext cx="3750857" cy="3297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2" name="Google Shape;72;p16"/>
          <p:cNvSpPr txBox="1">
            <a:spLocks noGrp="1"/>
          </p:cNvSpPr>
          <p:nvPr>
            <p:ph type="body" idx="15"/>
          </p:nvPr>
        </p:nvSpPr>
        <p:spPr>
          <a:xfrm>
            <a:off x="3281688" y="4921612"/>
            <a:ext cx="3750857" cy="5045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3" name="Google Shape;73;p16"/>
          <p:cNvSpPr txBox="1">
            <a:spLocks noGrp="1"/>
          </p:cNvSpPr>
          <p:nvPr>
            <p:ph type="body" idx="16"/>
          </p:nvPr>
        </p:nvSpPr>
        <p:spPr>
          <a:xfrm>
            <a:off x="3281688" y="5493370"/>
            <a:ext cx="3750857" cy="3297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4" name="Google Shape;74;p16"/>
          <p:cNvSpPr txBox="1">
            <a:spLocks noGrp="1"/>
          </p:cNvSpPr>
          <p:nvPr>
            <p:ph type="body" idx="17"/>
          </p:nvPr>
        </p:nvSpPr>
        <p:spPr>
          <a:xfrm>
            <a:off x="3281688" y="5842993"/>
            <a:ext cx="3750857" cy="5045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0"/>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5" name="Google Shape;75;p16"/>
          <p:cNvSpPr txBox="1">
            <a:spLocks noGrp="1"/>
          </p:cNvSpPr>
          <p:nvPr>
            <p:ph type="body" idx="18"/>
          </p:nvPr>
        </p:nvSpPr>
        <p:spPr>
          <a:xfrm>
            <a:off x="7503551" y="4605022"/>
            <a:ext cx="4208058" cy="8541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3"/>
              </a:buClr>
              <a:buSzPts val="1600"/>
              <a:buNone/>
              <a:defRPr b="1">
                <a:solidFill>
                  <a:schemeClr val="accent3"/>
                </a:solidFil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
        <p:nvSpPr>
          <p:cNvPr id="76" name="Google Shape;76;p16"/>
          <p:cNvSpPr txBox="1">
            <a:spLocks noGrp="1"/>
          </p:cNvSpPr>
          <p:nvPr>
            <p:ph type="body" idx="19"/>
          </p:nvPr>
        </p:nvSpPr>
        <p:spPr>
          <a:xfrm>
            <a:off x="7503551" y="5493370"/>
            <a:ext cx="4208058" cy="8541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3"/>
              </a:buClr>
              <a:buSzPts val="1600"/>
              <a:buNone/>
              <a:defRPr b="1">
                <a:solidFill>
                  <a:schemeClr val="accent3"/>
                </a:solidFil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88598018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Two Content">
    <p:spTree>
      <p:nvGrpSpPr>
        <p:cNvPr id="1" name=""/>
        <p:cNvGrpSpPr/>
        <p:nvPr/>
      </p:nvGrpSpPr>
      <p:grpSpPr>
        <a:xfrm>
          <a:off x="0" y="0"/>
          <a:ext cx="0" cy="0"/>
          <a:chOff x="0" y="0"/>
          <a:chExt cx="0" cy="0"/>
        </a:xfrm>
      </p:grpSpPr>
      <p:sp>
        <p:nvSpPr>
          <p:cNvPr id="61" name="Freeform 1"/>
          <p:cNvSpPr/>
          <p:nvPr/>
        </p:nvSpPr>
        <p:spPr>
          <a:xfrm>
            <a:off x="-159026" y="-119271"/>
            <a:ext cx="6255027" cy="7381463"/>
          </a:xfrm>
          <a:custGeom>
            <a:avLst/>
            <a:gdLst/>
            <a:ahLst/>
            <a:cxnLst>
              <a:cxn ang="0">
                <a:pos x="wd2" y="hd2"/>
              </a:cxn>
              <a:cxn ang="5400000">
                <a:pos x="wd2" y="hd2"/>
              </a:cxn>
              <a:cxn ang="10800000">
                <a:pos x="wd2" y="hd2"/>
              </a:cxn>
              <a:cxn ang="16200000">
                <a:pos x="wd2" y="hd2"/>
              </a:cxn>
            </a:cxnLst>
            <a:rect l="0" t="0" r="r" b="b"/>
            <a:pathLst>
              <a:path w="21600" h="21600" extrusionOk="0">
                <a:moveTo>
                  <a:pt x="458" y="155"/>
                </a:moveTo>
                <a:lnTo>
                  <a:pt x="21600" y="155"/>
                </a:lnTo>
                <a:lnTo>
                  <a:pt x="19953" y="21600"/>
                </a:lnTo>
                <a:lnTo>
                  <a:pt x="0" y="21212"/>
                </a:lnTo>
                <a:cubicBezTo>
                  <a:pt x="15" y="14141"/>
                  <a:pt x="31" y="7071"/>
                  <a:pt x="46" y="0"/>
                </a:cubicBezTo>
                <a:lnTo>
                  <a:pt x="458" y="155"/>
                </a:lnTo>
                <a:close/>
              </a:path>
            </a:pathLst>
          </a:custGeom>
          <a:solidFill>
            <a:srgbClr val="191919"/>
          </a:solidFill>
          <a:ln w="12700">
            <a:miter lim="400000"/>
          </a:ln>
        </p:spPr>
        <p:txBody>
          <a:bodyPr lIns="45719" rIns="45719" anchor="ctr"/>
          <a:lstStyle/>
          <a:p>
            <a:pPr algn="ctr">
              <a:defRPr>
                <a:solidFill>
                  <a:srgbClr val="FEFFFF"/>
                </a:solidFill>
              </a:defRPr>
            </a:pPr>
            <a:endParaRPr/>
          </a:p>
        </p:txBody>
      </p:sp>
      <p:sp>
        <p:nvSpPr>
          <p:cNvPr id="62" name="Body Level One…"/>
          <p:cNvSpPr txBox="1">
            <a:spLocks noGrp="1"/>
          </p:cNvSpPr>
          <p:nvPr>
            <p:ph type="body" sz="quarter" idx="1" hasCustomPrompt="1"/>
          </p:nvPr>
        </p:nvSpPr>
        <p:spPr>
          <a:prstGeom prst="rect">
            <a:avLst/>
          </a:prstGeom>
        </p:spPr>
        <p:txBody>
          <a:bodyPr/>
          <a:lstStyle>
            <a:lvl1pPr>
              <a:defRPr>
                <a:solidFill>
                  <a:srgbClr val="FEFFFF"/>
                </a:solidFill>
              </a:defRPr>
            </a:lvl1pPr>
            <a:lvl2pPr>
              <a:defRPr>
                <a:solidFill>
                  <a:srgbClr val="FEFFFF"/>
                </a:solidFill>
              </a:defRPr>
            </a:lvl2pPr>
            <a:lvl3pPr>
              <a:defRPr>
                <a:solidFill>
                  <a:srgbClr val="FEFFFF"/>
                </a:solidFill>
              </a:defRPr>
            </a:lvl3pPr>
            <a:lvl4pPr>
              <a:defRPr>
                <a:solidFill>
                  <a:srgbClr val="FEFFFF"/>
                </a:solidFill>
              </a:defRPr>
            </a:lvl4pPr>
            <a:lvl5pPr>
              <a:defRPr>
                <a:solidFill>
                  <a:srgbClr val="FEFFFF"/>
                </a:solidFill>
              </a:defRPr>
            </a:lvl5pPr>
          </a:lstStyle>
          <a:p>
            <a:r>
              <a:t>Prezentacijos pavadinimas</a:t>
            </a:r>
          </a:p>
          <a:p>
            <a:pPr lvl="1"/>
            <a:endParaRPr/>
          </a:p>
          <a:p>
            <a:pPr lvl="2"/>
            <a:endParaRPr/>
          </a:p>
          <a:p>
            <a:pPr lvl="3"/>
            <a:endParaRPr/>
          </a:p>
          <a:p>
            <a:pPr lvl="4"/>
            <a:endParaRPr/>
          </a:p>
        </p:txBody>
      </p:sp>
      <p:grpSp>
        <p:nvGrpSpPr>
          <p:cNvPr id="67" name="Graphic 7"/>
          <p:cNvGrpSpPr/>
          <p:nvPr/>
        </p:nvGrpSpPr>
        <p:grpSpPr>
          <a:xfrm>
            <a:off x="11078622" y="458787"/>
            <a:ext cx="632988" cy="680885"/>
            <a:chOff x="0" y="0"/>
            <a:chExt cx="632986" cy="680883"/>
          </a:xfrm>
        </p:grpSpPr>
        <p:sp>
          <p:nvSpPr>
            <p:cNvPr id="63" name="Freeform 14"/>
            <p:cNvSpPr/>
            <p:nvPr/>
          </p:nvSpPr>
          <p:spPr>
            <a:xfrm>
              <a:off x="0" y="-1"/>
              <a:ext cx="632988" cy="680885"/>
            </a:xfrm>
            <a:custGeom>
              <a:avLst/>
              <a:gdLst/>
              <a:ahLst/>
              <a:cxnLst>
                <a:cxn ang="0">
                  <a:pos x="wd2" y="hd2"/>
                </a:cxn>
                <a:cxn ang="5400000">
                  <a:pos x="wd2" y="hd2"/>
                </a:cxn>
                <a:cxn ang="10800000">
                  <a:pos x="wd2" y="hd2"/>
                </a:cxn>
                <a:cxn ang="16200000">
                  <a:pos x="wd2" y="hd2"/>
                </a:cxn>
              </a:cxnLst>
              <a:rect l="0" t="0" r="r" b="b"/>
              <a:pathLst>
                <a:path w="21600" h="21407" extrusionOk="0">
                  <a:moveTo>
                    <a:pt x="0" y="0"/>
                  </a:moveTo>
                  <a:lnTo>
                    <a:pt x="0" y="11504"/>
                  </a:lnTo>
                  <a:cubicBezTo>
                    <a:pt x="0" y="13554"/>
                    <a:pt x="714" y="15590"/>
                    <a:pt x="2006" y="17249"/>
                  </a:cubicBezTo>
                  <a:cubicBezTo>
                    <a:pt x="3268" y="18867"/>
                    <a:pt x="5062" y="20122"/>
                    <a:pt x="7099" y="20805"/>
                  </a:cubicBezTo>
                  <a:cubicBezTo>
                    <a:pt x="9212" y="21516"/>
                    <a:pt x="11568" y="21600"/>
                    <a:pt x="13741" y="21042"/>
                  </a:cubicBezTo>
                  <a:cubicBezTo>
                    <a:pt x="15854" y="20498"/>
                    <a:pt x="17754" y="19355"/>
                    <a:pt x="19138" y="17807"/>
                  </a:cubicBezTo>
                  <a:cubicBezTo>
                    <a:pt x="20536" y="16245"/>
                    <a:pt x="21402" y="14307"/>
                    <a:pt x="21570" y="12285"/>
                  </a:cubicBezTo>
                  <a:cubicBezTo>
                    <a:pt x="21585" y="12020"/>
                    <a:pt x="21600" y="11769"/>
                    <a:pt x="21600" y="11504"/>
                  </a:cubicBezTo>
                  <a:lnTo>
                    <a:pt x="21600" y="0"/>
                  </a:lnTo>
                  <a:lnTo>
                    <a:pt x="0" y="0"/>
                  </a:lnTo>
                  <a:close/>
                  <a:moveTo>
                    <a:pt x="20658" y="11504"/>
                  </a:moveTo>
                  <a:cubicBezTo>
                    <a:pt x="20658" y="13373"/>
                    <a:pt x="20019" y="15213"/>
                    <a:pt x="18834" y="16733"/>
                  </a:cubicBezTo>
                  <a:cubicBezTo>
                    <a:pt x="17678" y="18211"/>
                    <a:pt x="16052" y="19369"/>
                    <a:pt x="14182" y="19996"/>
                  </a:cubicBezTo>
                  <a:cubicBezTo>
                    <a:pt x="12252" y="20652"/>
                    <a:pt x="10093" y="20721"/>
                    <a:pt x="8102" y="20206"/>
                  </a:cubicBezTo>
                  <a:cubicBezTo>
                    <a:pt x="6187" y="19704"/>
                    <a:pt x="4469" y="18672"/>
                    <a:pt x="3192" y="17263"/>
                  </a:cubicBezTo>
                  <a:cubicBezTo>
                    <a:pt x="1900" y="15841"/>
                    <a:pt x="1125" y="14056"/>
                    <a:pt x="958" y="12215"/>
                  </a:cubicBezTo>
                  <a:cubicBezTo>
                    <a:pt x="942" y="11978"/>
                    <a:pt x="927" y="11741"/>
                    <a:pt x="927" y="11518"/>
                  </a:cubicBezTo>
                  <a:lnTo>
                    <a:pt x="927" y="879"/>
                  </a:lnTo>
                  <a:lnTo>
                    <a:pt x="20627" y="879"/>
                  </a:lnTo>
                  <a:lnTo>
                    <a:pt x="20627" y="11504"/>
                  </a:ln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64" name="Freeform 15"/>
            <p:cNvSpPr/>
            <p:nvPr/>
          </p:nvSpPr>
          <p:spPr>
            <a:xfrm>
              <a:off x="398678" y="414250"/>
              <a:ext cx="54346" cy="5411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0"/>
                  </a:lnTo>
                  <a:lnTo>
                    <a:pt x="0" y="21600"/>
                  </a:lnTo>
                  <a:lnTo>
                    <a:pt x="21600" y="21600"/>
                  </a:lnTo>
                  <a:lnTo>
                    <a:pt x="21600" y="10446"/>
                  </a:lnTo>
                  <a:cubicBezTo>
                    <a:pt x="15757" y="10446"/>
                    <a:pt x="10977" y="5842"/>
                    <a:pt x="10800" y="0"/>
                  </a:cubicBez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65" name="Freeform 16"/>
            <p:cNvSpPr/>
            <p:nvPr/>
          </p:nvSpPr>
          <p:spPr>
            <a:xfrm>
              <a:off x="180852" y="414250"/>
              <a:ext cx="54346" cy="5411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0"/>
                  </a:lnTo>
                  <a:lnTo>
                    <a:pt x="0" y="21600"/>
                  </a:lnTo>
                  <a:lnTo>
                    <a:pt x="21600" y="21600"/>
                  </a:lnTo>
                  <a:lnTo>
                    <a:pt x="21600" y="10446"/>
                  </a:lnTo>
                  <a:cubicBezTo>
                    <a:pt x="15757" y="10446"/>
                    <a:pt x="11154" y="5842"/>
                    <a:pt x="10800" y="0"/>
                  </a:cubicBez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66" name="Freeform 17"/>
            <p:cNvSpPr/>
            <p:nvPr/>
          </p:nvSpPr>
          <p:spPr>
            <a:xfrm>
              <a:off x="96663" y="87806"/>
              <a:ext cx="440106" cy="435109"/>
            </a:xfrm>
            <a:custGeom>
              <a:avLst/>
              <a:gdLst/>
              <a:ahLst/>
              <a:cxnLst>
                <a:cxn ang="0">
                  <a:pos x="wd2" y="hd2"/>
                </a:cxn>
                <a:cxn ang="5400000">
                  <a:pos x="wd2" y="hd2"/>
                </a:cxn>
                <a:cxn ang="10800000">
                  <a:pos x="wd2" y="hd2"/>
                </a:cxn>
                <a:cxn ang="16200000">
                  <a:pos x="wd2" y="hd2"/>
                </a:cxn>
              </a:cxnLst>
              <a:rect l="0" t="0" r="r" b="b"/>
              <a:pathLst>
                <a:path w="21600" h="21579" extrusionOk="0">
                  <a:moveTo>
                    <a:pt x="1508" y="14386"/>
                  </a:moveTo>
                  <a:lnTo>
                    <a:pt x="1530" y="14408"/>
                  </a:lnTo>
                  <a:cubicBezTo>
                    <a:pt x="1093" y="14914"/>
                    <a:pt x="809" y="15552"/>
                    <a:pt x="809" y="16278"/>
                  </a:cubicBezTo>
                  <a:lnTo>
                    <a:pt x="809" y="18873"/>
                  </a:lnTo>
                  <a:cubicBezTo>
                    <a:pt x="809" y="20369"/>
                    <a:pt x="2011" y="21579"/>
                    <a:pt x="3498" y="21579"/>
                  </a:cubicBezTo>
                  <a:lnTo>
                    <a:pt x="7324" y="21579"/>
                  </a:lnTo>
                  <a:cubicBezTo>
                    <a:pt x="8854" y="21579"/>
                    <a:pt x="10100" y="20325"/>
                    <a:pt x="10100" y="18785"/>
                  </a:cubicBezTo>
                  <a:lnTo>
                    <a:pt x="10100" y="15596"/>
                  </a:lnTo>
                  <a:cubicBezTo>
                    <a:pt x="10100" y="14650"/>
                    <a:pt x="11500" y="14650"/>
                    <a:pt x="11500" y="15596"/>
                  </a:cubicBezTo>
                  <a:lnTo>
                    <a:pt x="11500" y="18785"/>
                  </a:lnTo>
                  <a:cubicBezTo>
                    <a:pt x="11500" y="20325"/>
                    <a:pt x="12746" y="21579"/>
                    <a:pt x="14276" y="21579"/>
                  </a:cubicBezTo>
                  <a:lnTo>
                    <a:pt x="18102" y="21579"/>
                  </a:lnTo>
                  <a:cubicBezTo>
                    <a:pt x="19589" y="21579"/>
                    <a:pt x="20791" y="20369"/>
                    <a:pt x="20791" y="18873"/>
                  </a:cubicBezTo>
                  <a:lnTo>
                    <a:pt x="20791" y="16278"/>
                  </a:lnTo>
                  <a:cubicBezTo>
                    <a:pt x="20791" y="15552"/>
                    <a:pt x="20507" y="14892"/>
                    <a:pt x="20070" y="14408"/>
                  </a:cubicBezTo>
                  <a:lnTo>
                    <a:pt x="20092" y="14386"/>
                  </a:lnTo>
                  <a:cubicBezTo>
                    <a:pt x="20507" y="14672"/>
                    <a:pt x="21032" y="14848"/>
                    <a:pt x="21578" y="14848"/>
                  </a:cubicBezTo>
                  <a:lnTo>
                    <a:pt x="21600" y="14848"/>
                  </a:lnTo>
                  <a:lnTo>
                    <a:pt x="21600" y="10801"/>
                  </a:lnTo>
                  <a:cubicBezTo>
                    <a:pt x="21600" y="10537"/>
                    <a:pt x="21600" y="10295"/>
                    <a:pt x="21578" y="10031"/>
                  </a:cubicBezTo>
                  <a:lnTo>
                    <a:pt x="21578" y="5390"/>
                  </a:lnTo>
                  <a:lnTo>
                    <a:pt x="18867" y="5390"/>
                  </a:lnTo>
                  <a:lnTo>
                    <a:pt x="18867" y="2706"/>
                  </a:lnTo>
                  <a:lnTo>
                    <a:pt x="16200" y="2706"/>
                  </a:lnTo>
                  <a:lnTo>
                    <a:pt x="16200" y="1431"/>
                  </a:lnTo>
                  <a:cubicBezTo>
                    <a:pt x="16200" y="1431"/>
                    <a:pt x="16200" y="1431"/>
                    <a:pt x="16200" y="1431"/>
                  </a:cubicBezTo>
                  <a:lnTo>
                    <a:pt x="16200" y="1"/>
                  </a:lnTo>
                  <a:lnTo>
                    <a:pt x="10822" y="1"/>
                  </a:lnTo>
                  <a:cubicBezTo>
                    <a:pt x="8614" y="-21"/>
                    <a:pt x="6406" y="683"/>
                    <a:pt x="4591" y="1959"/>
                  </a:cubicBezTo>
                  <a:cubicBezTo>
                    <a:pt x="2820" y="3212"/>
                    <a:pt x="1421" y="4994"/>
                    <a:pt x="678" y="7040"/>
                  </a:cubicBezTo>
                  <a:cubicBezTo>
                    <a:pt x="240" y="8227"/>
                    <a:pt x="0" y="9503"/>
                    <a:pt x="0" y="10801"/>
                  </a:cubicBezTo>
                  <a:lnTo>
                    <a:pt x="0" y="14848"/>
                  </a:lnTo>
                  <a:lnTo>
                    <a:pt x="22" y="14848"/>
                  </a:lnTo>
                  <a:cubicBezTo>
                    <a:pt x="568" y="14826"/>
                    <a:pt x="1071" y="14672"/>
                    <a:pt x="1508" y="14386"/>
                  </a:cubicBezTo>
                  <a:close/>
                  <a:moveTo>
                    <a:pt x="8701" y="18785"/>
                  </a:moveTo>
                  <a:cubicBezTo>
                    <a:pt x="8701" y="19555"/>
                    <a:pt x="8067" y="20193"/>
                    <a:pt x="7302" y="20193"/>
                  </a:cubicBezTo>
                  <a:lnTo>
                    <a:pt x="3498" y="20193"/>
                  </a:lnTo>
                  <a:cubicBezTo>
                    <a:pt x="2777" y="20193"/>
                    <a:pt x="2208" y="19621"/>
                    <a:pt x="2208" y="18895"/>
                  </a:cubicBezTo>
                  <a:lnTo>
                    <a:pt x="2208" y="16278"/>
                  </a:lnTo>
                  <a:cubicBezTo>
                    <a:pt x="2208" y="15508"/>
                    <a:pt x="2842" y="14870"/>
                    <a:pt x="3607" y="14870"/>
                  </a:cubicBezTo>
                  <a:lnTo>
                    <a:pt x="7324" y="14870"/>
                  </a:lnTo>
                  <a:cubicBezTo>
                    <a:pt x="8089" y="14870"/>
                    <a:pt x="8723" y="15508"/>
                    <a:pt x="8723" y="16278"/>
                  </a:cubicBezTo>
                  <a:lnTo>
                    <a:pt x="8723" y="18785"/>
                  </a:lnTo>
                  <a:close/>
                  <a:moveTo>
                    <a:pt x="19392" y="18873"/>
                  </a:moveTo>
                  <a:cubicBezTo>
                    <a:pt x="19392" y="19599"/>
                    <a:pt x="18823" y="20171"/>
                    <a:pt x="18102" y="20171"/>
                  </a:cubicBezTo>
                  <a:lnTo>
                    <a:pt x="14276" y="20171"/>
                  </a:lnTo>
                  <a:cubicBezTo>
                    <a:pt x="13511" y="20171"/>
                    <a:pt x="12877" y="19533"/>
                    <a:pt x="12877" y="18764"/>
                  </a:cubicBezTo>
                  <a:lnTo>
                    <a:pt x="12877" y="16278"/>
                  </a:lnTo>
                  <a:cubicBezTo>
                    <a:pt x="12877" y="15508"/>
                    <a:pt x="13511" y="14870"/>
                    <a:pt x="14276" y="14870"/>
                  </a:cubicBezTo>
                  <a:lnTo>
                    <a:pt x="17993" y="14870"/>
                  </a:lnTo>
                  <a:cubicBezTo>
                    <a:pt x="18758" y="14870"/>
                    <a:pt x="19392" y="15508"/>
                    <a:pt x="19392" y="16278"/>
                  </a:cubicBezTo>
                  <a:lnTo>
                    <a:pt x="19392" y="18873"/>
                  </a:lnTo>
                  <a:close/>
                  <a:moveTo>
                    <a:pt x="2711" y="10801"/>
                  </a:moveTo>
                  <a:cubicBezTo>
                    <a:pt x="2711" y="9723"/>
                    <a:pt x="3367" y="8733"/>
                    <a:pt x="4351" y="8315"/>
                  </a:cubicBezTo>
                  <a:cubicBezTo>
                    <a:pt x="5444" y="7854"/>
                    <a:pt x="6734" y="8183"/>
                    <a:pt x="7477" y="9085"/>
                  </a:cubicBezTo>
                  <a:cubicBezTo>
                    <a:pt x="8242" y="10141"/>
                    <a:pt x="9488" y="10779"/>
                    <a:pt x="10800" y="10779"/>
                  </a:cubicBezTo>
                  <a:cubicBezTo>
                    <a:pt x="12112" y="10779"/>
                    <a:pt x="13358" y="10141"/>
                    <a:pt x="14123" y="9063"/>
                  </a:cubicBezTo>
                  <a:cubicBezTo>
                    <a:pt x="14888" y="8161"/>
                    <a:pt x="16178" y="7854"/>
                    <a:pt x="17271" y="8315"/>
                  </a:cubicBezTo>
                  <a:cubicBezTo>
                    <a:pt x="18233" y="8733"/>
                    <a:pt x="18889" y="9723"/>
                    <a:pt x="18889" y="10779"/>
                  </a:cubicBezTo>
                  <a:lnTo>
                    <a:pt x="18889" y="12187"/>
                  </a:lnTo>
                  <a:cubicBezTo>
                    <a:pt x="18889" y="12869"/>
                    <a:pt x="19151" y="13484"/>
                    <a:pt x="19567" y="13946"/>
                  </a:cubicBezTo>
                  <a:lnTo>
                    <a:pt x="19545" y="13968"/>
                  </a:lnTo>
                  <a:cubicBezTo>
                    <a:pt x="19108" y="13660"/>
                    <a:pt x="18561" y="13484"/>
                    <a:pt x="17993" y="13484"/>
                  </a:cubicBezTo>
                  <a:lnTo>
                    <a:pt x="14276" y="13484"/>
                  </a:lnTo>
                  <a:cubicBezTo>
                    <a:pt x="13555" y="13484"/>
                    <a:pt x="12877" y="13770"/>
                    <a:pt x="12396" y="14232"/>
                  </a:cubicBezTo>
                  <a:cubicBezTo>
                    <a:pt x="12002" y="13770"/>
                    <a:pt x="11434" y="13484"/>
                    <a:pt x="10800" y="13484"/>
                  </a:cubicBezTo>
                  <a:cubicBezTo>
                    <a:pt x="10188" y="13484"/>
                    <a:pt x="9598" y="13770"/>
                    <a:pt x="9204" y="14232"/>
                  </a:cubicBezTo>
                  <a:cubicBezTo>
                    <a:pt x="9204" y="14232"/>
                    <a:pt x="9204" y="14232"/>
                    <a:pt x="9204" y="14232"/>
                  </a:cubicBezTo>
                  <a:cubicBezTo>
                    <a:pt x="8701" y="13770"/>
                    <a:pt x="8045" y="13484"/>
                    <a:pt x="7324" y="13484"/>
                  </a:cubicBezTo>
                  <a:lnTo>
                    <a:pt x="3607" y="13484"/>
                  </a:lnTo>
                  <a:cubicBezTo>
                    <a:pt x="3039" y="13484"/>
                    <a:pt x="2492" y="13660"/>
                    <a:pt x="2055" y="13968"/>
                  </a:cubicBezTo>
                  <a:lnTo>
                    <a:pt x="2033" y="13946"/>
                  </a:lnTo>
                  <a:cubicBezTo>
                    <a:pt x="2449" y="13462"/>
                    <a:pt x="2711" y="12847"/>
                    <a:pt x="2711" y="12143"/>
                  </a:cubicBezTo>
                  <a:lnTo>
                    <a:pt x="2711" y="10801"/>
                  </a:ln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grpSp>
      <p:sp>
        <p:nvSpPr>
          <p:cNvPr id="68" name="Text Placeholder 3"/>
          <p:cNvSpPr>
            <a:spLocks noGrp="1"/>
          </p:cNvSpPr>
          <p:nvPr>
            <p:ph type="body" sz="quarter" idx="21" hasCustomPrompt="1"/>
          </p:nvPr>
        </p:nvSpPr>
        <p:spPr>
          <a:xfrm>
            <a:off x="6557681" y="3193409"/>
            <a:ext cx="5154707"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69" name="Text Placeholder 3"/>
          <p:cNvSpPr>
            <a:spLocks noGrp="1"/>
          </p:cNvSpPr>
          <p:nvPr>
            <p:ph type="body" sz="quarter" idx="22" hasCustomPrompt="1"/>
          </p:nvPr>
        </p:nvSpPr>
        <p:spPr>
          <a:xfrm>
            <a:off x="6557681" y="4336410"/>
            <a:ext cx="5154707"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70" name="Text Placeholder 3"/>
          <p:cNvSpPr>
            <a:spLocks noGrp="1"/>
          </p:cNvSpPr>
          <p:nvPr>
            <p:ph type="body" sz="quarter" idx="23" hasCustomPrompt="1"/>
          </p:nvPr>
        </p:nvSpPr>
        <p:spPr>
          <a:xfrm>
            <a:off x="6557681" y="5479410"/>
            <a:ext cx="5154707" cy="901701"/>
          </a:xfrm>
          <a:prstGeom prst="rect">
            <a:avLst/>
          </a:prstGeom>
        </p:spPr>
        <p:txBody>
          <a:bodyPr/>
          <a:lstStyle>
            <a:lvl1pPr>
              <a:defRPr sz="1600"/>
            </a:lvl1pPr>
          </a:lstStyle>
          <a:p>
            <a:r>
              <a:t>Sed ut perspiciatis unde omnis iste natus error sit voluptatem accusantium doloremque l sunt explicabo. </a:t>
            </a:r>
          </a:p>
        </p:txBody>
      </p:sp>
      <p:sp>
        <p:nvSpPr>
          <p:cNvPr id="71" name="Picture Placeholder 2"/>
          <p:cNvSpPr>
            <a:spLocks noGrp="1"/>
          </p:cNvSpPr>
          <p:nvPr>
            <p:ph type="pic" sz="quarter" idx="24"/>
          </p:nvPr>
        </p:nvSpPr>
        <p:spPr>
          <a:xfrm>
            <a:off x="1045319" y="1674054"/>
            <a:ext cx="3924971" cy="3988238"/>
          </a:xfrm>
          <a:prstGeom prst="rect">
            <a:avLst/>
          </a:prstGeom>
        </p:spPr>
        <p:txBody>
          <a:bodyPr lIns="91439" rIns="91439">
            <a:noAutofit/>
          </a:bodyPr>
          <a:lstStyle/>
          <a:p>
            <a:r>
              <a:rPr lang="en-GB"/>
              <a:t>Click icon to add picture</a:t>
            </a:r>
            <a:endParaRPr/>
          </a:p>
        </p:txBody>
      </p:sp>
      <p:sp>
        <p:nvSpPr>
          <p:cNvPr id="72" name="CodeAcademy sed ut  um  perspiciatis unde?"/>
          <p:cNvSpPr txBox="1">
            <a:spLocks noGrp="1"/>
          </p:cNvSpPr>
          <p:nvPr>
            <p:ph type="title" hasCustomPrompt="1"/>
          </p:nvPr>
        </p:nvSpPr>
        <p:spPr>
          <a:xfrm>
            <a:off x="6557681" y="1371706"/>
            <a:ext cx="5153928" cy="1365251"/>
          </a:xfrm>
          <a:prstGeom prst="rect">
            <a:avLst/>
          </a:prstGeom>
        </p:spPr>
        <p:txBody>
          <a:bodyPr anchor="t"/>
          <a:lstStyle>
            <a:lvl1pPr>
              <a:defRPr sz="3000"/>
            </a:lvl1pPr>
          </a:lstStyle>
          <a:p>
            <a:r>
              <a:t>CodeAcademy sed ut  um  perspiciatis unde?</a:t>
            </a:r>
          </a:p>
        </p:txBody>
      </p:sp>
      <p:sp>
        <p:nvSpPr>
          <p:cNvPr id="73" name="Slide Number"/>
          <p:cNvSpPr txBox="1">
            <a:spLocks noGrp="1"/>
          </p:cNvSpPr>
          <p:nvPr>
            <p:ph type="sldNum" sz="quarter" idx="2"/>
          </p:nvPr>
        </p:nvSpPr>
        <p:spPr>
          <a:prstGeom prst="rect">
            <a:avLst/>
          </a:prstGeom>
        </p:spPr>
        <p:txBody>
          <a:body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2807051991"/>
      </p:ext>
    </p:extLst>
  </p:cSld>
  <p:clrMapOvr>
    <a:masterClrMapping/>
  </p:clrMapOvr>
  <p:transition spd="med"/>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3273287" y="2618264"/>
            <a:ext cx="7050156" cy="23876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3273287" y="5930348"/>
            <a:ext cx="7050155" cy="92765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b="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1"/>
          <p:cNvSpPr txBox="1">
            <a:spLocks noGrp="1"/>
          </p:cNvSpPr>
          <p:nvPr>
            <p:ph type="dt" idx="10"/>
          </p:nvPr>
        </p:nvSpPr>
        <p:spPr>
          <a:xfrm>
            <a:off x="449893" y="5930347"/>
            <a:ext cx="2358936" cy="92765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body" idx="2"/>
          </p:nvPr>
        </p:nvSpPr>
        <p:spPr>
          <a:xfrm>
            <a:off x="474662" y="2619023"/>
            <a:ext cx="2334167" cy="2387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b="1"/>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1"/>
          <p:cNvSpPr>
            <a:spLocks noGrp="1"/>
          </p:cNvSpPr>
          <p:nvPr>
            <p:ph type="pic" idx="3"/>
          </p:nvPr>
        </p:nvSpPr>
        <p:spPr>
          <a:xfrm>
            <a:off x="10323513" y="458788"/>
            <a:ext cx="1377950" cy="137795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8335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1F6"/>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480390" y="460649"/>
            <a:ext cx="5615611" cy="453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Prezentacijos pavadinimas</a:t>
            </a:r>
          </a:p>
          <a:p>
            <a:pPr lvl="1"/>
            <a:endParaRPr/>
          </a:p>
          <a:p>
            <a:pPr lvl="2"/>
            <a:endParaRPr/>
          </a:p>
          <a:p>
            <a:pPr lvl="3"/>
            <a:endParaRPr/>
          </a:p>
          <a:p>
            <a:pPr lvl="4"/>
            <a:endParaRPr/>
          </a:p>
        </p:txBody>
      </p:sp>
      <p:grpSp>
        <p:nvGrpSpPr>
          <p:cNvPr id="7" name="Graphic 7"/>
          <p:cNvGrpSpPr/>
          <p:nvPr/>
        </p:nvGrpSpPr>
        <p:grpSpPr>
          <a:xfrm>
            <a:off x="11078622" y="458787"/>
            <a:ext cx="632988" cy="680885"/>
            <a:chOff x="0" y="0"/>
            <a:chExt cx="632986" cy="680883"/>
          </a:xfrm>
        </p:grpSpPr>
        <p:sp>
          <p:nvSpPr>
            <p:cNvPr id="3" name="Freeform 22"/>
            <p:cNvSpPr/>
            <p:nvPr/>
          </p:nvSpPr>
          <p:spPr>
            <a:xfrm>
              <a:off x="0" y="-1"/>
              <a:ext cx="632988" cy="680885"/>
            </a:xfrm>
            <a:custGeom>
              <a:avLst/>
              <a:gdLst/>
              <a:ahLst/>
              <a:cxnLst>
                <a:cxn ang="0">
                  <a:pos x="wd2" y="hd2"/>
                </a:cxn>
                <a:cxn ang="5400000">
                  <a:pos x="wd2" y="hd2"/>
                </a:cxn>
                <a:cxn ang="10800000">
                  <a:pos x="wd2" y="hd2"/>
                </a:cxn>
                <a:cxn ang="16200000">
                  <a:pos x="wd2" y="hd2"/>
                </a:cxn>
              </a:cxnLst>
              <a:rect l="0" t="0" r="r" b="b"/>
              <a:pathLst>
                <a:path w="21600" h="21407" extrusionOk="0">
                  <a:moveTo>
                    <a:pt x="0" y="0"/>
                  </a:moveTo>
                  <a:lnTo>
                    <a:pt x="0" y="11504"/>
                  </a:lnTo>
                  <a:cubicBezTo>
                    <a:pt x="0" y="13554"/>
                    <a:pt x="714" y="15590"/>
                    <a:pt x="2006" y="17249"/>
                  </a:cubicBezTo>
                  <a:cubicBezTo>
                    <a:pt x="3268" y="18867"/>
                    <a:pt x="5062" y="20122"/>
                    <a:pt x="7099" y="20805"/>
                  </a:cubicBezTo>
                  <a:cubicBezTo>
                    <a:pt x="9212" y="21516"/>
                    <a:pt x="11568" y="21600"/>
                    <a:pt x="13741" y="21042"/>
                  </a:cubicBezTo>
                  <a:cubicBezTo>
                    <a:pt x="15854" y="20498"/>
                    <a:pt x="17754" y="19355"/>
                    <a:pt x="19138" y="17807"/>
                  </a:cubicBezTo>
                  <a:cubicBezTo>
                    <a:pt x="20536" y="16245"/>
                    <a:pt x="21402" y="14307"/>
                    <a:pt x="21570" y="12285"/>
                  </a:cubicBezTo>
                  <a:cubicBezTo>
                    <a:pt x="21585" y="12020"/>
                    <a:pt x="21600" y="11769"/>
                    <a:pt x="21600" y="11504"/>
                  </a:cubicBezTo>
                  <a:lnTo>
                    <a:pt x="21600" y="0"/>
                  </a:lnTo>
                  <a:lnTo>
                    <a:pt x="0" y="0"/>
                  </a:lnTo>
                  <a:close/>
                  <a:moveTo>
                    <a:pt x="20658" y="11504"/>
                  </a:moveTo>
                  <a:cubicBezTo>
                    <a:pt x="20658" y="13373"/>
                    <a:pt x="20019" y="15213"/>
                    <a:pt x="18834" y="16733"/>
                  </a:cubicBezTo>
                  <a:cubicBezTo>
                    <a:pt x="17678" y="18211"/>
                    <a:pt x="16052" y="19369"/>
                    <a:pt x="14182" y="19996"/>
                  </a:cubicBezTo>
                  <a:cubicBezTo>
                    <a:pt x="12252" y="20652"/>
                    <a:pt x="10093" y="20721"/>
                    <a:pt x="8102" y="20206"/>
                  </a:cubicBezTo>
                  <a:cubicBezTo>
                    <a:pt x="6187" y="19704"/>
                    <a:pt x="4469" y="18672"/>
                    <a:pt x="3192" y="17263"/>
                  </a:cubicBezTo>
                  <a:cubicBezTo>
                    <a:pt x="1900" y="15841"/>
                    <a:pt x="1125" y="14056"/>
                    <a:pt x="958" y="12215"/>
                  </a:cubicBezTo>
                  <a:cubicBezTo>
                    <a:pt x="942" y="11978"/>
                    <a:pt x="927" y="11741"/>
                    <a:pt x="927" y="11518"/>
                  </a:cubicBezTo>
                  <a:lnTo>
                    <a:pt x="927" y="879"/>
                  </a:lnTo>
                  <a:lnTo>
                    <a:pt x="20627" y="879"/>
                  </a:lnTo>
                  <a:lnTo>
                    <a:pt x="20627" y="11504"/>
                  </a:ln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4" name="Freeform 23"/>
            <p:cNvSpPr/>
            <p:nvPr/>
          </p:nvSpPr>
          <p:spPr>
            <a:xfrm>
              <a:off x="398678" y="414250"/>
              <a:ext cx="54346" cy="5411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0"/>
                  </a:lnTo>
                  <a:lnTo>
                    <a:pt x="0" y="21600"/>
                  </a:lnTo>
                  <a:lnTo>
                    <a:pt x="21600" y="21600"/>
                  </a:lnTo>
                  <a:lnTo>
                    <a:pt x="21600" y="10446"/>
                  </a:lnTo>
                  <a:cubicBezTo>
                    <a:pt x="15757" y="10446"/>
                    <a:pt x="10977" y="5842"/>
                    <a:pt x="10800" y="0"/>
                  </a:cubicBez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5" name="Freeform 24"/>
            <p:cNvSpPr/>
            <p:nvPr/>
          </p:nvSpPr>
          <p:spPr>
            <a:xfrm>
              <a:off x="180852" y="414250"/>
              <a:ext cx="54346" cy="5411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0"/>
                  </a:lnTo>
                  <a:lnTo>
                    <a:pt x="0" y="21600"/>
                  </a:lnTo>
                  <a:lnTo>
                    <a:pt x="21600" y="21600"/>
                  </a:lnTo>
                  <a:lnTo>
                    <a:pt x="21600" y="10446"/>
                  </a:lnTo>
                  <a:cubicBezTo>
                    <a:pt x="15757" y="10446"/>
                    <a:pt x="11154" y="5842"/>
                    <a:pt x="10800" y="0"/>
                  </a:cubicBez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sp>
          <p:nvSpPr>
            <p:cNvPr id="6" name="Freeform 25"/>
            <p:cNvSpPr/>
            <p:nvPr/>
          </p:nvSpPr>
          <p:spPr>
            <a:xfrm>
              <a:off x="96663" y="87806"/>
              <a:ext cx="440106" cy="435109"/>
            </a:xfrm>
            <a:custGeom>
              <a:avLst/>
              <a:gdLst/>
              <a:ahLst/>
              <a:cxnLst>
                <a:cxn ang="0">
                  <a:pos x="wd2" y="hd2"/>
                </a:cxn>
                <a:cxn ang="5400000">
                  <a:pos x="wd2" y="hd2"/>
                </a:cxn>
                <a:cxn ang="10800000">
                  <a:pos x="wd2" y="hd2"/>
                </a:cxn>
                <a:cxn ang="16200000">
                  <a:pos x="wd2" y="hd2"/>
                </a:cxn>
              </a:cxnLst>
              <a:rect l="0" t="0" r="r" b="b"/>
              <a:pathLst>
                <a:path w="21600" h="21579" extrusionOk="0">
                  <a:moveTo>
                    <a:pt x="1508" y="14386"/>
                  </a:moveTo>
                  <a:lnTo>
                    <a:pt x="1530" y="14408"/>
                  </a:lnTo>
                  <a:cubicBezTo>
                    <a:pt x="1093" y="14914"/>
                    <a:pt x="809" y="15552"/>
                    <a:pt x="809" y="16278"/>
                  </a:cubicBezTo>
                  <a:lnTo>
                    <a:pt x="809" y="18873"/>
                  </a:lnTo>
                  <a:cubicBezTo>
                    <a:pt x="809" y="20369"/>
                    <a:pt x="2011" y="21579"/>
                    <a:pt x="3498" y="21579"/>
                  </a:cubicBezTo>
                  <a:lnTo>
                    <a:pt x="7324" y="21579"/>
                  </a:lnTo>
                  <a:cubicBezTo>
                    <a:pt x="8854" y="21579"/>
                    <a:pt x="10100" y="20325"/>
                    <a:pt x="10100" y="18785"/>
                  </a:cubicBezTo>
                  <a:lnTo>
                    <a:pt x="10100" y="15596"/>
                  </a:lnTo>
                  <a:cubicBezTo>
                    <a:pt x="10100" y="14650"/>
                    <a:pt x="11500" y="14650"/>
                    <a:pt x="11500" y="15596"/>
                  </a:cubicBezTo>
                  <a:lnTo>
                    <a:pt x="11500" y="18785"/>
                  </a:lnTo>
                  <a:cubicBezTo>
                    <a:pt x="11500" y="20325"/>
                    <a:pt x="12746" y="21579"/>
                    <a:pt x="14276" y="21579"/>
                  </a:cubicBezTo>
                  <a:lnTo>
                    <a:pt x="18102" y="21579"/>
                  </a:lnTo>
                  <a:cubicBezTo>
                    <a:pt x="19589" y="21579"/>
                    <a:pt x="20791" y="20369"/>
                    <a:pt x="20791" y="18873"/>
                  </a:cubicBezTo>
                  <a:lnTo>
                    <a:pt x="20791" y="16278"/>
                  </a:lnTo>
                  <a:cubicBezTo>
                    <a:pt x="20791" y="15552"/>
                    <a:pt x="20507" y="14892"/>
                    <a:pt x="20070" y="14408"/>
                  </a:cubicBezTo>
                  <a:lnTo>
                    <a:pt x="20092" y="14386"/>
                  </a:lnTo>
                  <a:cubicBezTo>
                    <a:pt x="20507" y="14672"/>
                    <a:pt x="21032" y="14848"/>
                    <a:pt x="21578" y="14848"/>
                  </a:cubicBezTo>
                  <a:lnTo>
                    <a:pt x="21600" y="14848"/>
                  </a:lnTo>
                  <a:lnTo>
                    <a:pt x="21600" y="10801"/>
                  </a:lnTo>
                  <a:cubicBezTo>
                    <a:pt x="21600" y="10537"/>
                    <a:pt x="21600" y="10295"/>
                    <a:pt x="21578" y="10031"/>
                  </a:cubicBezTo>
                  <a:lnTo>
                    <a:pt x="21578" y="5390"/>
                  </a:lnTo>
                  <a:lnTo>
                    <a:pt x="18867" y="5390"/>
                  </a:lnTo>
                  <a:lnTo>
                    <a:pt x="18867" y="2706"/>
                  </a:lnTo>
                  <a:lnTo>
                    <a:pt x="16200" y="2706"/>
                  </a:lnTo>
                  <a:lnTo>
                    <a:pt x="16200" y="1431"/>
                  </a:lnTo>
                  <a:cubicBezTo>
                    <a:pt x="16200" y="1431"/>
                    <a:pt x="16200" y="1431"/>
                    <a:pt x="16200" y="1431"/>
                  </a:cubicBezTo>
                  <a:lnTo>
                    <a:pt x="16200" y="1"/>
                  </a:lnTo>
                  <a:lnTo>
                    <a:pt x="10822" y="1"/>
                  </a:lnTo>
                  <a:cubicBezTo>
                    <a:pt x="8614" y="-21"/>
                    <a:pt x="6406" y="683"/>
                    <a:pt x="4591" y="1959"/>
                  </a:cubicBezTo>
                  <a:cubicBezTo>
                    <a:pt x="2820" y="3212"/>
                    <a:pt x="1421" y="4994"/>
                    <a:pt x="678" y="7040"/>
                  </a:cubicBezTo>
                  <a:cubicBezTo>
                    <a:pt x="240" y="8227"/>
                    <a:pt x="0" y="9503"/>
                    <a:pt x="0" y="10801"/>
                  </a:cubicBezTo>
                  <a:lnTo>
                    <a:pt x="0" y="14848"/>
                  </a:lnTo>
                  <a:lnTo>
                    <a:pt x="22" y="14848"/>
                  </a:lnTo>
                  <a:cubicBezTo>
                    <a:pt x="568" y="14826"/>
                    <a:pt x="1071" y="14672"/>
                    <a:pt x="1508" y="14386"/>
                  </a:cubicBezTo>
                  <a:close/>
                  <a:moveTo>
                    <a:pt x="8701" y="18785"/>
                  </a:moveTo>
                  <a:cubicBezTo>
                    <a:pt x="8701" y="19555"/>
                    <a:pt x="8067" y="20193"/>
                    <a:pt x="7302" y="20193"/>
                  </a:cubicBezTo>
                  <a:lnTo>
                    <a:pt x="3498" y="20193"/>
                  </a:lnTo>
                  <a:cubicBezTo>
                    <a:pt x="2777" y="20193"/>
                    <a:pt x="2208" y="19621"/>
                    <a:pt x="2208" y="18895"/>
                  </a:cubicBezTo>
                  <a:lnTo>
                    <a:pt x="2208" y="16278"/>
                  </a:lnTo>
                  <a:cubicBezTo>
                    <a:pt x="2208" y="15508"/>
                    <a:pt x="2842" y="14870"/>
                    <a:pt x="3607" y="14870"/>
                  </a:cubicBezTo>
                  <a:lnTo>
                    <a:pt x="7324" y="14870"/>
                  </a:lnTo>
                  <a:cubicBezTo>
                    <a:pt x="8089" y="14870"/>
                    <a:pt x="8723" y="15508"/>
                    <a:pt x="8723" y="16278"/>
                  </a:cubicBezTo>
                  <a:lnTo>
                    <a:pt x="8723" y="18785"/>
                  </a:lnTo>
                  <a:close/>
                  <a:moveTo>
                    <a:pt x="19392" y="18873"/>
                  </a:moveTo>
                  <a:cubicBezTo>
                    <a:pt x="19392" y="19599"/>
                    <a:pt x="18823" y="20171"/>
                    <a:pt x="18102" y="20171"/>
                  </a:cubicBezTo>
                  <a:lnTo>
                    <a:pt x="14276" y="20171"/>
                  </a:lnTo>
                  <a:cubicBezTo>
                    <a:pt x="13511" y="20171"/>
                    <a:pt x="12877" y="19533"/>
                    <a:pt x="12877" y="18764"/>
                  </a:cubicBezTo>
                  <a:lnTo>
                    <a:pt x="12877" y="16278"/>
                  </a:lnTo>
                  <a:cubicBezTo>
                    <a:pt x="12877" y="15508"/>
                    <a:pt x="13511" y="14870"/>
                    <a:pt x="14276" y="14870"/>
                  </a:cubicBezTo>
                  <a:lnTo>
                    <a:pt x="17993" y="14870"/>
                  </a:lnTo>
                  <a:cubicBezTo>
                    <a:pt x="18758" y="14870"/>
                    <a:pt x="19392" y="15508"/>
                    <a:pt x="19392" y="16278"/>
                  </a:cubicBezTo>
                  <a:lnTo>
                    <a:pt x="19392" y="18873"/>
                  </a:lnTo>
                  <a:close/>
                  <a:moveTo>
                    <a:pt x="2711" y="10801"/>
                  </a:moveTo>
                  <a:cubicBezTo>
                    <a:pt x="2711" y="9723"/>
                    <a:pt x="3367" y="8733"/>
                    <a:pt x="4351" y="8315"/>
                  </a:cubicBezTo>
                  <a:cubicBezTo>
                    <a:pt x="5444" y="7854"/>
                    <a:pt x="6734" y="8183"/>
                    <a:pt x="7477" y="9085"/>
                  </a:cubicBezTo>
                  <a:cubicBezTo>
                    <a:pt x="8242" y="10141"/>
                    <a:pt x="9488" y="10779"/>
                    <a:pt x="10800" y="10779"/>
                  </a:cubicBezTo>
                  <a:cubicBezTo>
                    <a:pt x="12112" y="10779"/>
                    <a:pt x="13358" y="10141"/>
                    <a:pt x="14123" y="9063"/>
                  </a:cubicBezTo>
                  <a:cubicBezTo>
                    <a:pt x="14888" y="8161"/>
                    <a:pt x="16178" y="7854"/>
                    <a:pt x="17271" y="8315"/>
                  </a:cubicBezTo>
                  <a:cubicBezTo>
                    <a:pt x="18233" y="8733"/>
                    <a:pt x="18889" y="9723"/>
                    <a:pt x="18889" y="10779"/>
                  </a:cubicBezTo>
                  <a:lnTo>
                    <a:pt x="18889" y="12187"/>
                  </a:lnTo>
                  <a:cubicBezTo>
                    <a:pt x="18889" y="12869"/>
                    <a:pt x="19151" y="13484"/>
                    <a:pt x="19567" y="13946"/>
                  </a:cubicBezTo>
                  <a:lnTo>
                    <a:pt x="19545" y="13968"/>
                  </a:lnTo>
                  <a:cubicBezTo>
                    <a:pt x="19108" y="13660"/>
                    <a:pt x="18561" y="13484"/>
                    <a:pt x="17993" y="13484"/>
                  </a:cubicBezTo>
                  <a:lnTo>
                    <a:pt x="14276" y="13484"/>
                  </a:lnTo>
                  <a:cubicBezTo>
                    <a:pt x="13555" y="13484"/>
                    <a:pt x="12877" y="13770"/>
                    <a:pt x="12396" y="14232"/>
                  </a:cubicBezTo>
                  <a:cubicBezTo>
                    <a:pt x="12002" y="13770"/>
                    <a:pt x="11434" y="13484"/>
                    <a:pt x="10800" y="13484"/>
                  </a:cubicBezTo>
                  <a:cubicBezTo>
                    <a:pt x="10188" y="13484"/>
                    <a:pt x="9598" y="13770"/>
                    <a:pt x="9204" y="14232"/>
                  </a:cubicBezTo>
                  <a:cubicBezTo>
                    <a:pt x="9204" y="14232"/>
                    <a:pt x="9204" y="14232"/>
                    <a:pt x="9204" y="14232"/>
                  </a:cubicBezTo>
                  <a:cubicBezTo>
                    <a:pt x="8701" y="13770"/>
                    <a:pt x="8045" y="13484"/>
                    <a:pt x="7324" y="13484"/>
                  </a:cubicBezTo>
                  <a:lnTo>
                    <a:pt x="3607" y="13484"/>
                  </a:lnTo>
                  <a:cubicBezTo>
                    <a:pt x="3039" y="13484"/>
                    <a:pt x="2492" y="13660"/>
                    <a:pt x="2055" y="13968"/>
                  </a:cubicBezTo>
                  <a:lnTo>
                    <a:pt x="2033" y="13946"/>
                  </a:lnTo>
                  <a:cubicBezTo>
                    <a:pt x="2449" y="13462"/>
                    <a:pt x="2711" y="12847"/>
                    <a:pt x="2711" y="12143"/>
                  </a:cubicBezTo>
                  <a:lnTo>
                    <a:pt x="2711" y="10801"/>
                  </a:lnTo>
                  <a:close/>
                </a:path>
              </a:pathLst>
            </a:custGeom>
            <a:solidFill>
              <a:srgbClr val="000000"/>
            </a:solidFill>
            <a:ln w="12700" cap="flat">
              <a:noFill/>
              <a:miter lim="400000"/>
            </a:ln>
            <a:effectLst/>
          </p:spPr>
          <p:txBody>
            <a:bodyPr wrap="square" lIns="45719" tIns="45719" rIns="45719" bIns="45719" numCol="1" anchor="ctr">
              <a:noAutofit/>
            </a:bodyPr>
            <a:lstStyle/>
            <a:p>
              <a:endParaRPr/>
            </a:p>
          </p:txBody>
        </p:sp>
      </p:grpSp>
      <p:sp>
        <p:nvSpPr>
          <p:cNvPr id="8" name="Title Text"/>
          <p:cNvSpPr txBox="1">
            <a:spLocks noGrp="1"/>
          </p:cNvSpPr>
          <p:nvPr>
            <p:ph type="title"/>
          </p:nvPr>
        </p:nvSpPr>
        <p:spPr>
          <a:xfrm>
            <a:off x="609600" y="274637"/>
            <a:ext cx="109728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9"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600" b="1"/>
            </a:lvl1pPr>
          </a:lstStyle>
          <a:p>
            <a:pPr marL="0" lvl="0" indent="0" algn="r" rtl="0">
              <a:spcBef>
                <a:spcPts val="0"/>
              </a:spcBef>
              <a:spcAft>
                <a:spcPts val="0"/>
              </a:spcAft>
              <a:buNone/>
            </a:pPr>
            <a:fld id="{00000000-1234-1234-1234-123412341234}" type="slidenum">
              <a:rPr lang="lt-LT" smtClean="0"/>
              <a:t>‹#›</a:t>
            </a:fld>
            <a:endParaRPr lang="lt-LT"/>
          </a:p>
        </p:txBody>
      </p:sp>
    </p:spTree>
    <p:extLst>
      <p:ext uri="{BB962C8B-B14F-4D97-AF65-F5344CB8AC3E}">
        <p14:creationId xmlns:p14="http://schemas.microsoft.com/office/powerpoint/2010/main" val="71411790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Lst>
  <p:transition spd="med"/>
  <p:hf sldNum="0" hdr="0" ftr="0" dt="0"/>
  <p:txStyles>
    <p:titleStyle>
      <a:lvl1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1pPr>
      <a:lvl2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2pPr>
      <a:lvl3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3pPr>
      <a:lvl4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4pPr>
      <a:lvl5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5pPr>
      <a:lvl6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6pPr>
      <a:lvl7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7pPr>
      <a:lvl8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8pPr>
      <a:lvl9pPr marL="0" marR="0" indent="0" algn="l" defTabSz="914400" rtl="0" eaLnBrk="1" latinLnBrk="0" hangingPunct="1">
        <a:lnSpc>
          <a:spcPct val="90000"/>
        </a:lnSpc>
        <a:spcBef>
          <a:spcPts val="0"/>
        </a:spcBef>
        <a:spcAft>
          <a:spcPts val="0"/>
        </a:spcAft>
        <a:buClrTx/>
        <a:buSzTx/>
        <a:buFontTx/>
        <a:buNone/>
        <a:tabLst/>
        <a:defRPr sz="4400" b="1" i="0" u="none" strike="noStrike" cap="none" spc="0" baseline="0">
          <a:solidFill>
            <a:srgbClr val="000000"/>
          </a:solidFill>
          <a:uFillTx/>
          <a:latin typeface="Arial"/>
          <a:ea typeface="Arial"/>
          <a:cs typeface="Arial"/>
          <a:sym typeface="Arial"/>
        </a:defRPr>
      </a:lvl9pPr>
    </p:titleStyle>
    <p:bodyStyle>
      <a:lvl1pPr marL="0" marR="0" indent="0" algn="l" defTabSz="914400" rtl="0" eaLnBrk="1" latinLnBrk="0" hangingPunct="1">
        <a:lnSpc>
          <a:spcPct val="90000"/>
        </a:lnSpc>
        <a:spcBef>
          <a:spcPts val="1000"/>
        </a:spcBef>
        <a:spcAft>
          <a:spcPts val="0"/>
        </a:spcAft>
        <a:buClrTx/>
        <a:buSzTx/>
        <a:buFontTx/>
        <a:buNone/>
        <a:tabLst/>
        <a:defRPr sz="1300" b="0" i="0" u="none" strike="noStrike" cap="none" spc="0" baseline="0">
          <a:solidFill>
            <a:srgbClr val="000000"/>
          </a:solidFill>
          <a:uFillTx/>
          <a:latin typeface="Arial"/>
          <a:ea typeface="Arial"/>
          <a:cs typeface="Arial"/>
          <a:sym typeface="Arial"/>
        </a:defRPr>
      </a:lvl1pPr>
      <a:lvl2pPr marL="0" marR="0" indent="457200" algn="l" defTabSz="914400" rtl="0" eaLnBrk="1" latinLnBrk="0" hangingPunct="1">
        <a:lnSpc>
          <a:spcPct val="90000"/>
        </a:lnSpc>
        <a:spcBef>
          <a:spcPts val="1000"/>
        </a:spcBef>
        <a:spcAft>
          <a:spcPts val="0"/>
        </a:spcAft>
        <a:buClrTx/>
        <a:buSzTx/>
        <a:buFontTx/>
        <a:buNone/>
        <a:tabLst/>
        <a:defRPr sz="1300" b="0" i="0" u="none" strike="noStrike" cap="none" spc="0" baseline="0">
          <a:solidFill>
            <a:srgbClr val="000000"/>
          </a:solidFill>
          <a:uFillTx/>
          <a:latin typeface="Arial"/>
          <a:ea typeface="Arial"/>
          <a:cs typeface="Arial"/>
          <a:sym typeface="Arial"/>
        </a:defRPr>
      </a:lvl2pPr>
      <a:lvl3pPr marL="0" marR="0" indent="914400" algn="l" defTabSz="914400" rtl="0" eaLnBrk="1" latinLnBrk="0" hangingPunct="1">
        <a:lnSpc>
          <a:spcPct val="90000"/>
        </a:lnSpc>
        <a:spcBef>
          <a:spcPts val="1000"/>
        </a:spcBef>
        <a:spcAft>
          <a:spcPts val="0"/>
        </a:spcAft>
        <a:buClrTx/>
        <a:buSzTx/>
        <a:buFontTx/>
        <a:buNone/>
        <a:tabLst/>
        <a:defRPr sz="1300" b="0" i="0" u="none" strike="noStrike" cap="none" spc="0" baseline="0">
          <a:solidFill>
            <a:srgbClr val="000000"/>
          </a:solidFill>
          <a:uFillTx/>
          <a:latin typeface="Arial"/>
          <a:ea typeface="Arial"/>
          <a:cs typeface="Arial"/>
          <a:sym typeface="Arial"/>
        </a:defRPr>
      </a:lvl3pPr>
      <a:lvl4pPr marL="0" marR="0" indent="1371600" algn="l" defTabSz="914400" rtl="0" eaLnBrk="1" latinLnBrk="0" hangingPunct="1">
        <a:lnSpc>
          <a:spcPct val="90000"/>
        </a:lnSpc>
        <a:spcBef>
          <a:spcPts val="1000"/>
        </a:spcBef>
        <a:spcAft>
          <a:spcPts val="0"/>
        </a:spcAft>
        <a:buClrTx/>
        <a:buSzTx/>
        <a:buFontTx/>
        <a:buNone/>
        <a:tabLst/>
        <a:defRPr sz="1300" b="0" i="0" u="none" strike="noStrike" cap="none" spc="0" baseline="0">
          <a:solidFill>
            <a:srgbClr val="000000"/>
          </a:solidFill>
          <a:uFillTx/>
          <a:latin typeface="Arial"/>
          <a:ea typeface="Arial"/>
          <a:cs typeface="Arial"/>
          <a:sym typeface="Arial"/>
        </a:defRPr>
      </a:lvl4pPr>
      <a:lvl5pPr marL="0" marR="0" indent="1828800" algn="l" defTabSz="914400" rtl="0" eaLnBrk="1" latinLnBrk="0" hangingPunct="1">
        <a:lnSpc>
          <a:spcPct val="90000"/>
        </a:lnSpc>
        <a:spcBef>
          <a:spcPts val="1000"/>
        </a:spcBef>
        <a:spcAft>
          <a:spcPts val="0"/>
        </a:spcAft>
        <a:buClrTx/>
        <a:buSzTx/>
        <a:buFontTx/>
        <a:buNone/>
        <a:tabLst/>
        <a:defRPr sz="1300" b="0" i="0" u="none" strike="noStrike" cap="none" spc="0" baseline="0">
          <a:solidFill>
            <a:srgbClr val="000000"/>
          </a:solidFill>
          <a:uFillTx/>
          <a:latin typeface="Arial"/>
          <a:ea typeface="Arial"/>
          <a:cs typeface="Arial"/>
          <a:sym typeface="Arial"/>
        </a:defRPr>
      </a:lvl5pPr>
      <a:lvl6pPr marL="2451100" marR="0" indent="-165100" algn="l" defTabSz="914400" rtl="0" eaLnBrk="1" latinLnBrk="0" hangingPunct="1">
        <a:lnSpc>
          <a:spcPct val="90000"/>
        </a:lnSpc>
        <a:spcBef>
          <a:spcPts val="1000"/>
        </a:spcBef>
        <a:spcAft>
          <a:spcPts val="0"/>
        </a:spcAft>
        <a:buClrTx/>
        <a:buSzPct val="100000"/>
        <a:buFontTx/>
        <a:buChar char="•"/>
        <a:tabLst/>
        <a:defRPr sz="1300" b="0" i="0" u="none" strike="noStrike" cap="none" spc="0" baseline="0">
          <a:solidFill>
            <a:srgbClr val="000000"/>
          </a:solidFill>
          <a:uFillTx/>
          <a:latin typeface="Arial"/>
          <a:ea typeface="Arial"/>
          <a:cs typeface="Arial"/>
          <a:sym typeface="Arial"/>
        </a:defRPr>
      </a:lvl6pPr>
      <a:lvl7pPr marL="2908300" marR="0" indent="-165100" algn="l" defTabSz="914400" rtl="0" eaLnBrk="1" latinLnBrk="0" hangingPunct="1">
        <a:lnSpc>
          <a:spcPct val="90000"/>
        </a:lnSpc>
        <a:spcBef>
          <a:spcPts val="1000"/>
        </a:spcBef>
        <a:spcAft>
          <a:spcPts val="0"/>
        </a:spcAft>
        <a:buClrTx/>
        <a:buSzPct val="100000"/>
        <a:buFontTx/>
        <a:buChar char="•"/>
        <a:tabLst/>
        <a:defRPr sz="1300" b="0" i="0" u="none" strike="noStrike" cap="none" spc="0" baseline="0">
          <a:solidFill>
            <a:srgbClr val="000000"/>
          </a:solidFill>
          <a:uFillTx/>
          <a:latin typeface="Arial"/>
          <a:ea typeface="Arial"/>
          <a:cs typeface="Arial"/>
          <a:sym typeface="Arial"/>
        </a:defRPr>
      </a:lvl7pPr>
      <a:lvl8pPr marL="3365500" marR="0" indent="-165100" algn="l" defTabSz="914400" rtl="0" eaLnBrk="1" latinLnBrk="0" hangingPunct="1">
        <a:lnSpc>
          <a:spcPct val="90000"/>
        </a:lnSpc>
        <a:spcBef>
          <a:spcPts val="1000"/>
        </a:spcBef>
        <a:spcAft>
          <a:spcPts val="0"/>
        </a:spcAft>
        <a:buClrTx/>
        <a:buSzPct val="100000"/>
        <a:buFontTx/>
        <a:buChar char="•"/>
        <a:tabLst/>
        <a:defRPr sz="1300" b="0" i="0" u="none" strike="noStrike" cap="none" spc="0" baseline="0">
          <a:solidFill>
            <a:srgbClr val="000000"/>
          </a:solidFill>
          <a:uFillTx/>
          <a:latin typeface="Arial"/>
          <a:ea typeface="Arial"/>
          <a:cs typeface="Arial"/>
          <a:sym typeface="Arial"/>
        </a:defRPr>
      </a:lvl8pPr>
      <a:lvl9pPr marL="3822700" marR="0" indent="-165100" algn="l" defTabSz="914400" rtl="0" eaLnBrk="1" latinLnBrk="0" hangingPunct="1">
        <a:lnSpc>
          <a:spcPct val="90000"/>
        </a:lnSpc>
        <a:spcBef>
          <a:spcPts val="1000"/>
        </a:spcBef>
        <a:spcAft>
          <a:spcPts val="0"/>
        </a:spcAft>
        <a:buClrTx/>
        <a:buSzPct val="100000"/>
        <a:buFontTx/>
        <a:buChar char="•"/>
        <a:tabLst/>
        <a:defRPr sz="1300" b="0" i="0" u="none" strike="noStrike" cap="none" spc="0" baseline="0">
          <a:solidFill>
            <a:srgbClr val="000000"/>
          </a:solidFill>
          <a:uFillTx/>
          <a:latin typeface="Arial"/>
          <a:ea typeface="Arial"/>
          <a:cs typeface="Arial"/>
          <a:sym typeface="Arial"/>
        </a:defRPr>
      </a:lvl9pPr>
    </p:bodyStyle>
    <p:otherStyle>
      <a:lvl1pPr marL="0" marR="0" indent="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1pPr>
      <a:lvl2pPr marL="0" marR="0" indent="4572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2pPr>
      <a:lvl3pPr marL="0" marR="0" indent="9144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3pPr>
      <a:lvl4pPr marL="0" marR="0" indent="13716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4pPr>
      <a:lvl5pPr marL="0" marR="0" indent="18288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5pPr>
      <a:lvl6pPr marL="0" marR="0" indent="22860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6pPr>
      <a:lvl7pPr marL="0" marR="0" indent="27432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7pPr>
      <a:lvl8pPr marL="0" marR="0" indent="32004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8pPr>
      <a:lvl9pPr marL="0" marR="0" indent="3657600" algn="r" defTabSz="914400" rtl="0" eaLnBrk="1" latinLnBrk="0" hangingPunct="1">
        <a:lnSpc>
          <a:spcPct val="100000"/>
        </a:lnSpc>
        <a:spcBef>
          <a:spcPts val="0"/>
        </a:spcBef>
        <a:spcAft>
          <a:spcPts val="0"/>
        </a:spcAft>
        <a:buClrTx/>
        <a:buSzTx/>
        <a:buFontTx/>
        <a:buNone/>
        <a:tabLst/>
        <a:defRPr sz="1600" b="1"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customXml" Target="../ink/ink2.xml"/><Relationship Id="rId5" Type="http://schemas.openxmlformats.org/officeDocument/2006/relationships/image" Target="../media/image80.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4924426" y="2903193"/>
            <a:ext cx="5200782" cy="84528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6000"/>
              <a:buFont typeface="Montserrat"/>
              <a:buNone/>
            </a:pPr>
            <a:r>
              <a:rPr lang="lt-LT" sz="5400" dirty="0" err="1">
                <a:latin typeface="Montserrat"/>
                <a:sym typeface="Montserrat"/>
              </a:rPr>
              <a:t>fetch</a:t>
            </a:r>
            <a:endParaRPr sz="5400" dirty="0"/>
          </a:p>
        </p:txBody>
      </p:sp>
      <p:sp>
        <p:nvSpPr>
          <p:cNvPr id="101" name="Google Shape;101;p1"/>
          <p:cNvSpPr txBox="1">
            <a:spLocks noGrp="1"/>
          </p:cNvSpPr>
          <p:nvPr>
            <p:ph type="subTitle" idx="1"/>
          </p:nvPr>
        </p:nvSpPr>
        <p:spPr>
          <a:xfrm>
            <a:off x="474662" y="5930348"/>
            <a:ext cx="7050155" cy="92765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r>
              <a:rPr lang="lt-LT" sz="1600" dirty="0" err="1">
                <a:latin typeface="Montserrat"/>
                <a:sym typeface="Montserrat"/>
              </a:rPr>
              <a:t>fetch</a:t>
            </a:r>
            <a:endParaRPr dirty="0"/>
          </a:p>
        </p:txBody>
      </p:sp>
      <p:sp>
        <p:nvSpPr>
          <p:cNvPr id="103" name="Google Shape;103;p1"/>
          <p:cNvSpPr txBox="1">
            <a:spLocks noGrp="1"/>
          </p:cNvSpPr>
          <p:nvPr>
            <p:ph type="body" idx="2"/>
          </p:nvPr>
        </p:nvSpPr>
        <p:spPr>
          <a:xfrm>
            <a:off x="474662" y="2932921"/>
            <a:ext cx="4643748" cy="2387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r>
              <a:rPr lang="lt-LT" sz="2000" dirty="0"/>
              <a:t>Dėstytojas </a:t>
            </a:r>
            <a:endParaRPr sz="2000" dirty="0"/>
          </a:p>
          <a:p>
            <a:pPr marL="0" lvl="0" indent="0" algn="l" rtl="0">
              <a:lnSpc>
                <a:spcPct val="90000"/>
              </a:lnSpc>
              <a:spcBef>
                <a:spcPts val="1000"/>
              </a:spcBef>
              <a:spcAft>
                <a:spcPts val="0"/>
              </a:spcAft>
              <a:buClr>
                <a:schemeClr val="dk1"/>
              </a:buClr>
              <a:buSzPts val="1600"/>
              <a:buNone/>
            </a:pPr>
            <a:r>
              <a:rPr lang="en-US" sz="2000" dirty="0"/>
              <a:t>Robertas Ankudovicius</a:t>
            </a:r>
            <a:endParaRPr sz="2000" dirty="0"/>
          </a:p>
          <a:p>
            <a:pPr marL="0" lvl="0" indent="0" algn="l" rtl="0">
              <a:lnSpc>
                <a:spcPct val="90000"/>
              </a:lnSpc>
              <a:spcBef>
                <a:spcPts val="1000"/>
              </a:spcBef>
              <a:spcAft>
                <a:spcPts val="0"/>
              </a:spcAft>
              <a:buClr>
                <a:schemeClr val="dk1"/>
              </a:buClr>
              <a:buSzPts val="1600"/>
              <a:buNone/>
            </a:pPr>
            <a:endParaRPr dirty="0"/>
          </a:p>
        </p:txBody>
      </p:sp>
      <p:pic>
        <p:nvPicPr>
          <p:cNvPr id="106" name="Google Shape;106;p1"/>
          <p:cNvPicPr preferRelativeResize="0">
            <a:picLocks noGrp="1"/>
          </p:cNvPicPr>
          <p:nvPr>
            <p:ph type="pic" idx="3"/>
          </p:nvPr>
        </p:nvPicPr>
        <p:blipFill rotWithShape="1">
          <a:blip r:embed="rId3">
            <a:alphaModFix/>
          </a:blip>
          <a:srcRect/>
          <a:stretch/>
        </p:blipFill>
        <p:spPr>
          <a:xfrm>
            <a:off x="474662" y="317348"/>
            <a:ext cx="1377950" cy="1377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1CA94CF5-2167-D92D-65D6-B0466F4C76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171EF2B-20D4-C640-DA0F-A6C5EE6A45E0}"/>
              </a:ext>
            </a:extLst>
          </p:cNvPr>
          <p:cNvSpPr txBox="1"/>
          <p:nvPr/>
        </p:nvSpPr>
        <p:spPr>
          <a:xfrm>
            <a:off x="514311" y="468284"/>
            <a:ext cx="8206608" cy="1323439"/>
          </a:xfrm>
          <a:prstGeom prst="rect">
            <a:avLst/>
          </a:prstGeom>
          <a:noFill/>
        </p:spPr>
        <p:txBody>
          <a:bodyPr wrap="square" rtlCol="0">
            <a:spAutoFit/>
          </a:bodyPr>
          <a:lstStyle/>
          <a:p>
            <a:r>
              <a:rPr lang="en-LT" sz="4000" dirty="0"/>
              <a:t>Norim pasiimti duomenis iš back-end’o ir juos atvaizduoti ekrane</a:t>
            </a:r>
          </a:p>
        </p:txBody>
      </p:sp>
      <p:pic>
        <p:nvPicPr>
          <p:cNvPr id="6" name="Picture 5" descr="A close-up of a screen&#10;&#10;AI-generated content may be incorrect.">
            <a:extLst>
              <a:ext uri="{FF2B5EF4-FFF2-40B4-BE49-F238E27FC236}">
                <a16:creationId xmlns:a16="http://schemas.microsoft.com/office/drawing/2014/main" id="{CCCEA6CF-3E86-12D1-46B2-CEBB0CD91FDF}"/>
              </a:ext>
            </a:extLst>
          </p:cNvPr>
          <p:cNvPicPr>
            <a:picLocks noChangeAspect="1"/>
          </p:cNvPicPr>
          <p:nvPr/>
        </p:nvPicPr>
        <p:blipFill>
          <a:blip r:embed="rId3"/>
          <a:stretch>
            <a:fillRect/>
          </a:stretch>
        </p:blipFill>
        <p:spPr>
          <a:xfrm>
            <a:off x="514311" y="2289867"/>
            <a:ext cx="11163378" cy="3221220"/>
          </a:xfrm>
          <a:prstGeom prst="rect">
            <a:avLst/>
          </a:prstGeom>
        </p:spPr>
      </p:pic>
    </p:spTree>
    <p:extLst>
      <p:ext uri="{BB962C8B-B14F-4D97-AF65-F5344CB8AC3E}">
        <p14:creationId xmlns:p14="http://schemas.microsoft.com/office/powerpoint/2010/main" val="766720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6E34E1A0-438F-BA6B-212B-36382FA07AF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EBEF7C-BFA0-5711-F9A6-C834F3A50936}"/>
              </a:ext>
            </a:extLst>
          </p:cNvPr>
          <p:cNvSpPr txBox="1"/>
          <p:nvPr/>
        </p:nvSpPr>
        <p:spPr>
          <a:xfrm>
            <a:off x="281454" y="2343389"/>
            <a:ext cx="4261517" cy="1938992"/>
          </a:xfrm>
          <a:prstGeom prst="rect">
            <a:avLst/>
          </a:prstGeom>
          <a:noFill/>
        </p:spPr>
        <p:txBody>
          <a:bodyPr wrap="square" rtlCol="0">
            <a:spAutoFit/>
          </a:bodyPr>
          <a:lstStyle/>
          <a:p>
            <a:r>
              <a:rPr lang="en-LT" sz="4000" dirty="0"/>
              <a:t>Komunikaciją tarp </a:t>
            </a:r>
            <a:r>
              <a:rPr lang="en-LT" sz="4000" b="1" dirty="0"/>
              <a:t>client</a:t>
            </a:r>
            <a:r>
              <a:rPr lang="en-LT" sz="4000" dirty="0"/>
              <a:t> ir </a:t>
            </a:r>
            <a:r>
              <a:rPr lang="en-LT" sz="4000" b="1" dirty="0"/>
              <a:t>server</a:t>
            </a:r>
            <a:r>
              <a:rPr lang="en-LT" sz="4000" dirty="0"/>
              <a:t> matom kasdien</a:t>
            </a:r>
          </a:p>
        </p:txBody>
      </p:sp>
      <p:pic>
        <p:nvPicPr>
          <p:cNvPr id="3" name="Picture 2" descr="A screenshot of a car&#10;&#10;AI-generated content may be incorrect.">
            <a:extLst>
              <a:ext uri="{FF2B5EF4-FFF2-40B4-BE49-F238E27FC236}">
                <a16:creationId xmlns:a16="http://schemas.microsoft.com/office/drawing/2014/main" id="{2DD9FFC7-A137-7B53-6D44-DD2D2456A569}"/>
              </a:ext>
            </a:extLst>
          </p:cNvPr>
          <p:cNvPicPr>
            <a:picLocks noChangeAspect="1"/>
          </p:cNvPicPr>
          <p:nvPr/>
        </p:nvPicPr>
        <p:blipFill>
          <a:blip r:embed="rId3"/>
          <a:stretch>
            <a:fillRect/>
          </a:stretch>
        </p:blipFill>
        <p:spPr>
          <a:xfrm>
            <a:off x="4804229" y="326977"/>
            <a:ext cx="7106317" cy="6204046"/>
          </a:xfrm>
          <a:prstGeom prst="rect">
            <a:avLst/>
          </a:prstGeom>
          <a:ln>
            <a:solidFill>
              <a:schemeClr val="accent1"/>
            </a:solidFill>
          </a:ln>
        </p:spPr>
      </p:pic>
    </p:spTree>
    <p:extLst>
      <p:ext uri="{BB962C8B-B14F-4D97-AF65-F5344CB8AC3E}">
        <p14:creationId xmlns:p14="http://schemas.microsoft.com/office/powerpoint/2010/main" val="1442073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16162DAE-D5BA-42CC-EEC7-B1F573517F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94119EF-A874-C409-9A1D-97A0CAFE5105}"/>
              </a:ext>
            </a:extLst>
          </p:cNvPr>
          <p:cNvSpPr txBox="1"/>
          <p:nvPr/>
        </p:nvSpPr>
        <p:spPr>
          <a:xfrm>
            <a:off x="515115" y="236272"/>
            <a:ext cx="7257285" cy="707886"/>
          </a:xfrm>
          <a:prstGeom prst="rect">
            <a:avLst/>
          </a:prstGeom>
          <a:noFill/>
        </p:spPr>
        <p:txBody>
          <a:bodyPr wrap="square" rtlCol="0">
            <a:spAutoFit/>
          </a:bodyPr>
          <a:lstStyle/>
          <a:p>
            <a:r>
              <a:rPr lang="en-LT" sz="4000" dirty="0"/>
              <a:t>Endpointo testavimas</a:t>
            </a:r>
          </a:p>
        </p:txBody>
      </p:sp>
      <p:sp>
        <p:nvSpPr>
          <p:cNvPr id="3" name="TextBox 2">
            <a:extLst>
              <a:ext uri="{FF2B5EF4-FFF2-40B4-BE49-F238E27FC236}">
                <a16:creationId xmlns:a16="http://schemas.microsoft.com/office/drawing/2014/main" id="{0B8B117E-2551-CAD1-EEF0-8DCA023A2F2A}"/>
              </a:ext>
            </a:extLst>
          </p:cNvPr>
          <p:cNvSpPr txBox="1"/>
          <p:nvPr/>
        </p:nvSpPr>
        <p:spPr>
          <a:xfrm>
            <a:off x="515115" y="1164074"/>
            <a:ext cx="6098240" cy="369332"/>
          </a:xfrm>
          <a:prstGeom prst="rect">
            <a:avLst/>
          </a:prstGeom>
          <a:noFill/>
        </p:spPr>
        <p:txBody>
          <a:bodyPr wrap="square">
            <a:spAutoFit/>
          </a:bodyPr>
          <a:lstStyle/>
          <a:p>
            <a:r>
              <a:rPr lang="en-GB" b="0" i="0" dirty="0">
                <a:solidFill>
                  <a:srgbClr val="333333"/>
                </a:solidFill>
                <a:effectLst/>
              </a:rPr>
              <a:t>https://</a:t>
            </a:r>
            <a:r>
              <a:rPr lang="en-GB" b="0" i="0" dirty="0" err="1">
                <a:solidFill>
                  <a:srgbClr val="333333"/>
                </a:solidFill>
                <a:effectLst/>
              </a:rPr>
              <a:t>fakestoreapi.com</a:t>
            </a:r>
            <a:r>
              <a:rPr lang="en-GB" b="0" i="0" dirty="0">
                <a:solidFill>
                  <a:srgbClr val="802C6E"/>
                </a:solidFill>
                <a:effectLst/>
              </a:rPr>
              <a:t>/products</a:t>
            </a:r>
            <a:endParaRPr lang="en-LT" dirty="0"/>
          </a:p>
        </p:txBody>
      </p:sp>
      <p:pic>
        <p:nvPicPr>
          <p:cNvPr id="7" name="Picture 6" descr="A purple lightning bolt in a circle&#10;&#10;AI-generated content may be incorrect.">
            <a:extLst>
              <a:ext uri="{FF2B5EF4-FFF2-40B4-BE49-F238E27FC236}">
                <a16:creationId xmlns:a16="http://schemas.microsoft.com/office/drawing/2014/main" id="{4EF3C5F1-23A9-DB50-99A6-AB71CEA535BA}"/>
              </a:ext>
            </a:extLst>
          </p:cNvPr>
          <p:cNvPicPr>
            <a:picLocks noChangeAspect="1"/>
          </p:cNvPicPr>
          <p:nvPr/>
        </p:nvPicPr>
        <p:blipFill>
          <a:blip r:embed="rId3"/>
          <a:stretch>
            <a:fillRect/>
          </a:stretch>
        </p:blipFill>
        <p:spPr>
          <a:xfrm>
            <a:off x="7454900" y="2637064"/>
            <a:ext cx="1543050" cy="1543050"/>
          </a:xfrm>
          <a:prstGeom prst="rect">
            <a:avLst/>
          </a:prstGeom>
        </p:spPr>
      </p:pic>
      <p:pic>
        <p:nvPicPr>
          <p:cNvPr id="9" name="Picture 8" descr="A logo of a person in a suit&#10;&#10;AI-generated content may be incorrect.">
            <a:extLst>
              <a:ext uri="{FF2B5EF4-FFF2-40B4-BE49-F238E27FC236}">
                <a16:creationId xmlns:a16="http://schemas.microsoft.com/office/drawing/2014/main" id="{82FD8126-5389-2067-E6EB-FE888898E3E7}"/>
              </a:ext>
            </a:extLst>
          </p:cNvPr>
          <p:cNvPicPr>
            <a:picLocks noChangeAspect="1"/>
          </p:cNvPicPr>
          <p:nvPr/>
        </p:nvPicPr>
        <p:blipFill>
          <a:blip r:embed="rId4"/>
          <a:stretch>
            <a:fillRect/>
          </a:stretch>
        </p:blipFill>
        <p:spPr>
          <a:xfrm>
            <a:off x="1541235" y="2459320"/>
            <a:ext cx="4554765" cy="2380232"/>
          </a:xfrm>
          <a:prstGeom prst="rect">
            <a:avLst/>
          </a:prstGeom>
        </p:spPr>
      </p:pic>
      <p:sp>
        <p:nvSpPr>
          <p:cNvPr id="10" name="TextBox 9">
            <a:extLst>
              <a:ext uri="{FF2B5EF4-FFF2-40B4-BE49-F238E27FC236}">
                <a16:creationId xmlns:a16="http://schemas.microsoft.com/office/drawing/2014/main" id="{5A264253-F818-F250-4B6F-86B2E9935481}"/>
              </a:ext>
            </a:extLst>
          </p:cNvPr>
          <p:cNvSpPr txBox="1"/>
          <p:nvPr/>
        </p:nvSpPr>
        <p:spPr>
          <a:xfrm>
            <a:off x="7454900" y="4470220"/>
            <a:ext cx="1611339" cy="369332"/>
          </a:xfrm>
          <a:prstGeom prst="rect">
            <a:avLst/>
          </a:prstGeom>
          <a:noFill/>
        </p:spPr>
        <p:txBody>
          <a:bodyPr wrap="none" rtlCol="0">
            <a:spAutoFit/>
          </a:bodyPr>
          <a:lstStyle/>
          <a:p>
            <a:r>
              <a:rPr lang="en-GB" dirty="0"/>
              <a:t>T</a:t>
            </a:r>
            <a:r>
              <a:rPr lang="en-LT" dirty="0"/>
              <a:t>hunder client</a:t>
            </a:r>
          </a:p>
        </p:txBody>
      </p:sp>
    </p:spTree>
    <p:extLst>
      <p:ext uri="{BB962C8B-B14F-4D97-AF65-F5344CB8AC3E}">
        <p14:creationId xmlns:p14="http://schemas.microsoft.com/office/powerpoint/2010/main" val="2589619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363F25B5-D5DF-D3D2-47A5-EB29570162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6156FE-A3F3-A84F-BAF8-87C1947C943D}"/>
              </a:ext>
            </a:extLst>
          </p:cNvPr>
          <p:cNvSpPr txBox="1"/>
          <p:nvPr/>
        </p:nvSpPr>
        <p:spPr>
          <a:xfrm>
            <a:off x="340944" y="2442443"/>
            <a:ext cx="3461799" cy="707886"/>
          </a:xfrm>
          <a:prstGeom prst="rect">
            <a:avLst/>
          </a:prstGeom>
          <a:noFill/>
        </p:spPr>
        <p:txBody>
          <a:bodyPr wrap="square" rtlCol="0">
            <a:spAutoFit/>
          </a:bodyPr>
          <a:lstStyle/>
          <a:p>
            <a:r>
              <a:rPr lang="en-LT" sz="4000" dirty="0"/>
              <a:t>Thunder client</a:t>
            </a:r>
          </a:p>
        </p:txBody>
      </p:sp>
      <p:sp>
        <p:nvSpPr>
          <p:cNvPr id="3" name="TextBox 2">
            <a:extLst>
              <a:ext uri="{FF2B5EF4-FFF2-40B4-BE49-F238E27FC236}">
                <a16:creationId xmlns:a16="http://schemas.microsoft.com/office/drawing/2014/main" id="{4DE2623F-9D9E-F16F-E8A9-08C73AECDCEE}"/>
              </a:ext>
            </a:extLst>
          </p:cNvPr>
          <p:cNvSpPr txBox="1"/>
          <p:nvPr/>
        </p:nvSpPr>
        <p:spPr>
          <a:xfrm>
            <a:off x="340943" y="3150329"/>
            <a:ext cx="3592428" cy="646331"/>
          </a:xfrm>
          <a:prstGeom prst="rect">
            <a:avLst/>
          </a:prstGeom>
          <a:noFill/>
        </p:spPr>
        <p:txBody>
          <a:bodyPr wrap="square">
            <a:spAutoFit/>
          </a:bodyPr>
          <a:lstStyle/>
          <a:p>
            <a:r>
              <a:rPr lang="en-GB" b="0" i="0" dirty="0">
                <a:solidFill>
                  <a:srgbClr val="333333"/>
                </a:solidFill>
                <a:effectLst/>
              </a:rPr>
              <a:t>https://</a:t>
            </a:r>
            <a:r>
              <a:rPr lang="en-GB" b="0" i="0" dirty="0" err="1">
                <a:solidFill>
                  <a:srgbClr val="333333"/>
                </a:solidFill>
                <a:effectLst/>
              </a:rPr>
              <a:t>fakestoreapi.com</a:t>
            </a:r>
            <a:r>
              <a:rPr lang="en-GB" b="0" i="0" dirty="0">
                <a:solidFill>
                  <a:srgbClr val="802C6E"/>
                </a:solidFill>
                <a:effectLst/>
              </a:rPr>
              <a:t>/products</a:t>
            </a:r>
            <a:endParaRPr lang="en-LT" dirty="0"/>
          </a:p>
        </p:txBody>
      </p:sp>
      <p:pic>
        <p:nvPicPr>
          <p:cNvPr id="4" name="Picture 3" descr="A screenshot of a computer program&#10;&#10;AI-generated content may be incorrect.">
            <a:extLst>
              <a:ext uri="{FF2B5EF4-FFF2-40B4-BE49-F238E27FC236}">
                <a16:creationId xmlns:a16="http://schemas.microsoft.com/office/drawing/2014/main" id="{00FF2765-EB95-AAA3-E19F-701B109271A0}"/>
              </a:ext>
            </a:extLst>
          </p:cNvPr>
          <p:cNvPicPr>
            <a:picLocks noChangeAspect="1"/>
          </p:cNvPicPr>
          <p:nvPr/>
        </p:nvPicPr>
        <p:blipFill>
          <a:blip r:embed="rId3"/>
          <a:stretch>
            <a:fillRect/>
          </a:stretch>
        </p:blipFill>
        <p:spPr>
          <a:xfrm>
            <a:off x="4288136" y="236272"/>
            <a:ext cx="7725120" cy="6385456"/>
          </a:xfrm>
          <a:prstGeom prst="rect">
            <a:avLst/>
          </a:prstGeom>
        </p:spPr>
      </p:pic>
    </p:spTree>
    <p:extLst>
      <p:ext uri="{BB962C8B-B14F-4D97-AF65-F5344CB8AC3E}">
        <p14:creationId xmlns:p14="http://schemas.microsoft.com/office/powerpoint/2010/main" val="3893796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804A4A6E-9042-0DBE-4CE2-8C071B717E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B5A5A1-83BD-E605-CC59-1CAA5C710AB0}"/>
              </a:ext>
            </a:extLst>
          </p:cNvPr>
          <p:cNvSpPr txBox="1"/>
          <p:nvPr/>
        </p:nvSpPr>
        <p:spPr>
          <a:xfrm>
            <a:off x="377085" y="493812"/>
            <a:ext cx="5232544" cy="707886"/>
          </a:xfrm>
          <a:prstGeom prst="rect">
            <a:avLst/>
          </a:prstGeom>
          <a:noFill/>
        </p:spPr>
        <p:txBody>
          <a:bodyPr wrap="square" rtlCol="0">
            <a:spAutoFit/>
          </a:bodyPr>
          <a:lstStyle/>
          <a:p>
            <a:r>
              <a:rPr lang="en-LT" sz="4000" dirty="0"/>
              <a:t>useEffect hook</a:t>
            </a:r>
          </a:p>
        </p:txBody>
      </p:sp>
      <p:pic>
        <p:nvPicPr>
          <p:cNvPr id="12" name="Picture 11" descr="A computer screen shot of text&#10;&#10;AI-generated content may be incorrect.">
            <a:extLst>
              <a:ext uri="{FF2B5EF4-FFF2-40B4-BE49-F238E27FC236}">
                <a16:creationId xmlns:a16="http://schemas.microsoft.com/office/drawing/2014/main" id="{6F3FE7DA-6993-53AA-F753-75C72985B367}"/>
              </a:ext>
            </a:extLst>
          </p:cNvPr>
          <p:cNvPicPr>
            <a:picLocks noChangeAspect="1"/>
          </p:cNvPicPr>
          <p:nvPr/>
        </p:nvPicPr>
        <p:blipFill>
          <a:blip r:embed="rId3"/>
          <a:stretch>
            <a:fillRect/>
          </a:stretch>
        </p:blipFill>
        <p:spPr>
          <a:xfrm>
            <a:off x="377085" y="1721481"/>
            <a:ext cx="6324656" cy="3752039"/>
          </a:xfrm>
          <a:prstGeom prst="rect">
            <a:avLst/>
          </a:prstGeom>
        </p:spPr>
      </p:pic>
      <p:sp>
        <p:nvSpPr>
          <p:cNvPr id="13" name="TextBox 12">
            <a:extLst>
              <a:ext uri="{FF2B5EF4-FFF2-40B4-BE49-F238E27FC236}">
                <a16:creationId xmlns:a16="http://schemas.microsoft.com/office/drawing/2014/main" id="{8360F6CC-D805-2DB7-CF81-83CFC792889B}"/>
              </a:ext>
            </a:extLst>
          </p:cNvPr>
          <p:cNvSpPr txBox="1"/>
          <p:nvPr/>
        </p:nvSpPr>
        <p:spPr>
          <a:xfrm>
            <a:off x="8255357" y="1003182"/>
            <a:ext cx="2550017" cy="2585323"/>
          </a:xfrm>
          <a:prstGeom prst="rect">
            <a:avLst/>
          </a:prstGeom>
          <a:noFill/>
        </p:spPr>
        <p:txBody>
          <a:bodyPr wrap="square" rtlCol="0">
            <a:spAutoFit/>
          </a:bodyPr>
          <a:lstStyle/>
          <a:p>
            <a:r>
              <a:rPr lang="en-LT" b="1" dirty="0"/>
              <a:t>useEffect</a:t>
            </a:r>
            <a:r>
              <a:rPr lang="en-LT" dirty="0"/>
              <a:t> suveikia iškart kai komponentas yra </a:t>
            </a:r>
            <a:r>
              <a:rPr lang="en-LT" b="1" dirty="0"/>
              <a:t>pridėtas į ekraną </a:t>
            </a:r>
            <a:r>
              <a:rPr lang="en-LT" dirty="0"/>
              <a:t>(arba puslapis yra tiesiog  įjungiamas).</a:t>
            </a:r>
          </a:p>
          <a:p>
            <a:endParaRPr lang="en-LT" dirty="0"/>
          </a:p>
          <a:p>
            <a:r>
              <a:rPr lang="en-LT" dirty="0"/>
              <a:t>Kiekvienas komponentas gali turėti </a:t>
            </a:r>
            <a:r>
              <a:rPr lang="en-LT" b="1" dirty="0"/>
              <a:t>useEffect</a:t>
            </a:r>
            <a:r>
              <a:rPr lang="en-LT" dirty="0"/>
              <a:t> hooką</a:t>
            </a:r>
          </a:p>
        </p:txBody>
      </p:sp>
      <p:sp>
        <p:nvSpPr>
          <p:cNvPr id="15" name="TextBox 14">
            <a:extLst>
              <a:ext uri="{FF2B5EF4-FFF2-40B4-BE49-F238E27FC236}">
                <a16:creationId xmlns:a16="http://schemas.microsoft.com/office/drawing/2014/main" id="{F53BE4CE-2970-9665-4291-743C18C64F0B}"/>
              </a:ext>
            </a:extLst>
          </p:cNvPr>
          <p:cNvSpPr txBox="1"/>
          <p:nvPr/>
        </p:nvSpPr>
        <p:spPr>
          <a:xfrm>
            <a:off x="377085" y="5994856"/>
            <a:ext cx="6014723" cy="369332"/>
          </a:xfrm>
          <a:prstGeom prst="rect">
            <a:avLst/>
          </a:prstGeom>
          <a:noFill/>
        </p:spPr>
        <p:txBody>
          <a:bodyPr wrap="none" rtlCol="0">
            <a:spAutoFit/>
          </a:bodyPr>
          <a:lstStyle/>
          <a:p>
            <a:r>
              <a:rPr lang="en-LT" dirty="0"/>
              <a:t>Daugiau apie useEffect sužinosim tolimesnėse paskaitose;</a:t>
            </a:r>
          </a:p>
        </p:txBody>
      </p:sp>
      <p:sp>
        <p:nvSpPr>
          <p:cNvPr id="16" name="TextBox 15">
            <a:extLst>
              <a:ext uri="{FF2B5EF4-FFF2-40B4-BE49-F238E27FC236}">
                <a16:creationId xmlns:a16="http://schemas.microsoft.com/office/drawing/2014/main" id="{C225485F-221C-659A-AD3F-130E28CCC602}"/>
              </a:ext>
            </a:extLst>
          </p:cNvPr>
          <p:cNvSpPr txBox="1"/>
          <p:nvPr/>
        </p:nvSpPr>
        <p:spPr>
          <a:xfrm>
            <a:off x="6115332" y="4161625"/>
            <a:ext cx="2726434" cy="1200329"/>
          </a:xfrm>
          <a:prstGeom prst="rect">
            <a:avLst/>
          </a:prstGeom>
          <a:noFill/>
        </p:spPr>
        <p:txBody>
          <a:bodyPr wrap="square" rtlCol="0">
            <a:spAutoFit/>
          </a:bodyPr>
          <a:lstStyle/>
          <a:p>
            <a:r>
              <a:rPr lang="en-LT" b="1" dirty="0"/>
              <a:t>[ ]</a:t>
            </a:r>
            <a:r>
              <a:rPr lang="en-LT" dirty="0"/>
              <a:t> tušti masyvo skliaustai nusako, kad vidinė useEffect funkcija turi įvykt tik 1 kartą.</a:t>
            </a:r>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8966A170-E4BF-5458-F05B-4BF639384F97}"/>
                  </a:ext>
                </a:extLst>
              </p14:cNvPr>
              <p14:cNvContentPartPr/>
              <p14:nvPr/>
            </p14:nvContentPartPr>
            <p14:xfrm>
              <a:off x="2207819" y="3659425"/>
              <a:ext cx="3662280" cy="1004400"/>
            </p14:xfrm>
          </p:contentPart>
        </mc:Choice>
        <mc:Fallback xmlns="">
          <p:pic>
            <p:nvPicPr>
              <p:cNvPr id="19" name="Ink 18">
                <a:extLst>
                  <a:ext uri="{FF2B5EF4-FFF2-40B4-BE49-F238E27FC236}">
                    <a16:creationId xmlns:a16="http://schemas.microsoft.com/office/drawing/2014/main" id="{8966A170-E4BF-5458-F05B-4BF639384F97}"/>
                  </a:ext>
                </a:extLst>
              </p:cNvPr>
              <p:cNvPicPr/>
              <p:nvPr/>
            </p:nvPicPr>
            <p:blipFill>
              <a:blip r:embed="rId5"/>
              <a:stretch>
                <a:fillRect/>
              </a:stretch>
            </p:blipFill>
            <p:spPr>
              <a:xfrm>
                <a:off x="2201699" y="3653305"/>
                <a:ext cx="3674520" cy="1016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A22078FD-0592-493B-4937-CE45A48FA391}"/>
                  </a:ext>
                </a:extLst>
              </p14:cNvPr>
              <p14:cNvContentPartPr/>
              <p14:nvPr/>
            </p14:nvContentPartPr>
            <p14:xfrm>
              <a:off x="2127179" y="3588505"/>
              <a:ext cx="483480" cy="205920"/>
            </p14:xfrm>
          </p:contentPart>
        </mc:Choice>
        <mc:Fallback xmlns="">
          <p:pic>
            <p:nvPicPr>
              <p:cNvPr id="21" name="Ink 20">
                <a:extLst>
                  <a:ext uri="{FF2B5EF4-FFF2-40B4-BE49-F238E27FC236}">
                    <a16:creationId xmlns:a16="http://schemas.microsoft.com/office/drawing/2014/main" id="{A22078FD-0592-493B-4937-CE45A48FA391}"/>
                  </a:ext>
                </a:extLst>
              </p:cNvPr>
              <p:cNvPicPr/>
              <p:nvPr/>
            </p:nvPicPr>
            <p:blipFill>
              <a:blip r:embed="rId7"/>
              <a:stretch>
                <a:fillRect/>
              </a:stretch>
            </p:blipFill>
            <p:spPr>
              <a:xfrm>
                <a:off x="2121059" y="3582385"/>
                <a:ext cx="495720" cy="218160"/>
              </a:xfrm>
              <a:prstGeom prst="rect">
                <a:avLst/>
              </a:prstGeom>
            </p:spPr>
          </p:pic>
        </mc:Fallback>
      </mc:AlternateContent>
    </p:spTree>
    <p:extLst>
      <p:ext uri="{BB962C8B-B14F-4D97-AF65-F5344CB8AC3E}">
        <p14:creationId xmlns:p14="http://schemas.microsoft.com/office/powerpoint/2010/main" val="427616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3900B2E8-F55D-AADD-7519-C5BA919F37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075332-A6C2-FB27-5BCF-00E13200F06C}"/>
              </a:ext>
            </a:extLst>
          </p:cNvPr>
          <p:cNvSpPr txBox="1"/>
          <p:nvPr/>
        </p:nvSpPr>
        <p:spPr>
          <a:xfrm>
            <a:off x="377085" y="1305342"/>
            <a:ext cx="5232544" cy="1938992"/>
          </a:xfrm>
          <a:prstGeom prst="rect">
            <a:avLst/>
          </a:prstGeom>
          <a:noFill/>
        </p:spPr>
        <p:txBody>
          <a:bodyPr wrap="square" rtlCol="0">
            <a:spAutoFit/>
          </a:bodyPr>
          <a:lstStyle/>
          <a:p>
            <a:r>
              <a:rPr lang="en-LT" sz="4000" dirty="0"/>
              <a:t>Pasipraktikuokim parsisiųsti duomenis su react</a:t>
            </a:r>
          </a:p>
        </p:txBody>
      </p:sp>
      <p:sp>
        <p:nvSpPr>
          <p:cNvPr id="3" name="TextBox 2">
            <a:extLst>
              <a:ext uri="{FF2B5EF4-FFF2-40B4-BE49-F238E27FC236}">
                <a16:creationId xmlns:a16="http://schemas.microsoft.com/office/drawing/2014/main" id="{CB4019AD-3B49-A5A5-7F71-7607FFB37654}"/>
              </a:ext>
            </a:extLst>
          </p:cNvPr>
          <p:cNvSpPr txBox="1"/>
          <p:nvPr/>
        </p:nvSpPr>
        <p:spPr>
          <a:xfrm>
            <a:off x="377085" y="3244334"/>
            <a:ext cx="3614344" cy="369332"/>
          </a:xfrm>
          <a:prstGeom prst="rect">
            <a:avLst/>
          </a:prstGeom>
          <a:noFill/>
        </p:spPr>
        <p:txBody>
          <a:bodyPr wrap="square">
            <a:spAutoFit/>
          </a:bodyPr>
          <a:lstStyle/>
          <a:p>
            <a:r>
              <a:rPr lang="en-GB" b="0" i="0" dirty="0">
                <a:solidFill>
                  <a:srgbClr val="333333"/>
                </a:solidFill>
                <a:effectLst/>
              </a:rPr>
              <a:t>https://</a:t>
            </a:r>
            <a:r>
              <a:rPr lang="en-GB" b="0" i="0" dirty="0" err="1">
                <a:solidFill>
                  <a:srgbClr val="333333"/>
                </a:solidFill>
                <a:effectLst/>
              </a:rPr>
              <a:t>fakestoreapi.com</a:t>
            </a:r>
            <a:r>
              <a:rPr lang="en-GB" b="0" i="0" dirty="0">
                <a:solidFill>
                  <a:srgbClr val="802C6E"/>
                </a:solidFill>
                <a:effectLst/>
              </a:rPr>
              <a:t>/products</a:t>
            </a:r>
            <a:endParaRPr lang="en-LT" dirty="0"/>
          </a:p>
        </p:txBody>
      </p:sp>
      <p:pic>
        <p:nvPicPr>
          <p:cNvPr id="9" name="Picture 8" descr="A screen shot of a computer program&#10;&#10;AI-generated content may be incorrect.">
            <a:extLst>
              <a:ext uri="{FF2B5EF4-FFF2-40B4-BE49-F238E27FC236}">
                <a16:creationId xmlns:a16="http://schemas.microsoft.com/office/drawing/2014/main" id="{B3DD947B-A884-64A7-9113-FF26075AD384}"/>
              </a:ext>
            </a:extLst>
          </p:cNvPr>
          <p:cNvPicPr>
            <a:picLocks noChangeAspect="1"/>
          </p:cNvPicPr>
          <p:nvPr/>
        </p:nvPicPr>
        <p:blipFill>
          <a:blip r:embed="rId3"/>
          <a:stretch>
            <a:fillRect/>
          </a:stretch>
        </p:blipFill>
        <p:spPr>
          <a:xfrm>
            <a:off x="6357256" y="210634"/>
            <a:ext cx="5624429" cy="6436732"/>
          </a:xfrm>
          <a:prstGeom prst="rect">
            <a:avLst/>
          </a:prstGeom>
        </p:spPr>
      </p:pic>
    </p:spTree>
    <p:extLst>
      <p:ext uri="{BB962C8B-B14F-4D97-AF65-F5344CB8AC3E}">
        <p14:creationId xmlns:p14="http://schemas.microsoft.com/office/powerpoint/2010/main" val="107651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EF2B8968-84D8-7853-B49C-4304BA0EEE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20D644-FAC0-BB83-3B9F-D793BB2E1CB8}"/>
              </a:ext>
            </a:extLst>
          </p:cNvPr>
          <p:cNvSpPr txBox="1"/>
          <p:nvPr/>
        </p:nvSpPr>
        <p:spPr>
          <a:xfrm>
            <a:off x="377085" y="449000"/>
            <a:ext cx="5232544" cy="769441"/>
          </a:xfrm>
          <a:prstGeom prst="rect">
            <a:avLst/>
          </a:prstGeom>
          <a:noFill/>
        </p:spPr>
        <p:txBody>
          <a:bodyPr wrap="square" rtlCol="0">
            <a:spAutoFit/>
          </a:bodyPr>
          <a:lstStyle/>
          <a:p>
            <a:r>
              <a:rPr lang="en-LT" sz="4400" dirty="0"/>
              <a:t>Axios</a:t>
            </a:r>
            <a:endParaRPr lang="en-LT" sz="4000" dirty="0"/>
          </a:p>
        </p:txBody>
      </p:sp>
      <p:sp>
        <p:nvSpPr>
          <p:cNvPr id="2" name="TextBox 1">
            <a:extLst>
              <a:ext uri="{FF2B5EF4-FFF2-40B4-BE49-F238E27FC236}">
                <a16:creationId xmlns:a16="http://schemas.microsoft.com/office/drawing/2014/main" id="{9C93542D-91AB-2FBB-9448-F092008E75A7}"/>
              </a:ext>
            </a:extLst>
          </p:cNvPr>
          <p:cNvSpPr txBox="1"/>
          <p:nvPr/>
        </p:nvSpPr>
        <p:spPr>
          <a:xfrm>
            <a:off x="377085" y="1756229"/>
            <a:ext cx="7024167" cy="1477328"/>
          </a:xfrm>
          <a:prstGeom prst="rect">
            <a:avLst/>
          </a:prstGeom>
          <a:noFill/>
        </p:spPr>
        <p:txBody>
          <a:bodyPr wrap="none" rtlCol="0">
            <a:spAutoFit/>
          </a:bodyPr>
          <a:lstStyle/>
          <a:p>
            <a:r>
              <a:rPr lang="en-GB" dirty="0"/>
              <a:t>import </a:t>
            </a:r>
            <a:r>
              <a:rPr lang="en-GB" dirty="0" err="1"/>
              <a:t>axios</a:t>
            </a:r>
            <a:r>
              <a:rPr lang="en-GB" dirty="0"/>
              <a:t> from "</a:t>
            </a:r>
            <a:r>
              <a:rPr lang="en-GB" dirty="0" err="1"/>
              <a:t>axios</a:t>
            </a:r>
            <a:r>
              <a:rPr lang="en-GB" dirty="0"/>
              <a:t>";</a:t>
            </a:r>
          </a:p>
          <a:p>
            <a:endParaRPr lang="en-LT" dirty="0"/>
          </a:p>
          <a:p>
            <a:r>
              <a:rPr lang="en-LT" dirty="0"/>
              <a:t>…</a:t>
            </a:r>
          </a:p>
          <a:p>
            <a:endParaRPr lang="en-LT" dirty="0"/>
          </a:p>
          <a:p>
            <a:r>
              <a:rPr lang="en-GB" dirty="0"/>
              <a:t> </a:t>
            </a:r>
            <a:r>
              <a:rPr lang="en-GB" dirty="0" err="1"/>
              <a:t>const</a:t>
            </a:r>
            <a:r>
              <a:rPr lang="en-GB" dirty="0"/>
              <a:t> { data } = await </a:t>
            </a:r>
            <a:r>
              <a:rPr lang="en-GB" dirty="0" err="1"/>
              <a:t>axios.get</a:t>
            </a:r>
            <a:r>
              <a:rPr lang="en-GB" dirty="0"/>
              <a:t>("https://</a:t>
            </a:r>
            <a:r>
              <a:rPr lang="en-GB" dirty="0" err="1"/>
              <a:t>fakestoreapi.com</a:t>
            </a:r>
            <a:r>
              <a:rPr lang="en-GB" dirty="0"/>
              <a:t>/products");</a:t>
            </a:r>
            <a:endParaRPr lang="en-LT" dirty="0"/>
          </a:p>
        </p:txBody>
      </p:sp>
      <p:sp>
        <p:nvSpPr>
          <p:cNvPr id="4" name="TextBox 3">
            <a:extLst>
              <a:ext uri="{FF2B5EF4-FFF2-40B4-BE49-F238E27FC236}">
                <a16:creationId xmlns:a16="http://schemas.microsoft.com/office/drawing/2014/main" id="{EDA843F2-99E7-2224-754B-19660411DDF9}"/>
              </a:ext>
            </a:extLst>
          </p:cNvPr>
          <p:cNvSpPr txBox="1"/>
          <p:nvPr/>
        </p:nvSpPr>
        <p:spPr>
          <a:xfrm>
            <a:off x="377085" y="4821197"/>
            <a:ext cx="4005943" cy="1200329"/>
          </a:xfrm>
          <a:prstGeom prst="rect">
            <a:avLst/>
          </a:prstGeom>
          <a:noFill/>
        </p:spPr>
        <p:txBody>
          <a:bodyPr wrap="square" rtlCol="0">
            <a:spAutoFit/>
          </a:bodyPr>
          <a:lstStyle/>
          <a:p>
            <a:r>
              <a:rPr lang="en-LT" sz="2400" dirty="0"/>
              <a:t>Vietoj </a:t>
            </a:r>
            <a:r>
              <a:rPr lang="en-LT" sz="2400" b="1" dirty="0"/>
              <a:t>fetch</a:t>
            </a:r>
            <a:r>
              <a:rPr lang="en-LT" sz="2400" dirty="0"/>
              <a:t> galim naudot </a:t>
            </a:r>
            <a:r>
              <a:rPr lang="en-LT" sz="2400" b="1" dirty="0"/>
              <a:t>axios</a:t>
            </a:r>
            <a:r>
              <a:rPr lang="en-LT" sz="2400" dirty="0"/>
              <a:t> biblioteką, duomenis iškart taps json formato.</a:t>
            </a:r>
          </a:p>
        </p:txBody>
      </p:sp>
    </p:spTree>
    <p:extLst>
      <p:ext uri="{BB962C8B-B14F-4D97-AF65-F5344CB8AC3E}">
        <p14:creationId xmlns:p14="http://schemas.microsoft.com/office/powerpoint/2010/main" val="1645624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901BCC14-0CF2-B98D-4CA7-32593AE527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953EED-E485-988F-439D-4B41D697DEA0}"/>
              </a:ext>
            </a:extLst>
          </p:cNvPr>
          <p:cNvSpPr txBox="1"/>
          <p:nvPr/>
        </p:nvSpPr>
        <p:spPr>
          <a:xfrm>
            <a:off x="377085" y="2536448"/>
            <a:ext cx="5232544" cy="707886"/>
          </a:xfrm>
          <a:prstGeom prst="rect">
            <a:avLst/>
          </a:prstGeom>
          <a:noFill/>
        </p:spPr>
        <p:txBody>
          <a:bodyPr wrap="square" rtlCol="0">
            <a:spAutoFit/>
          </a:bodyPr>
          <a:lstStyle/>
          <a:p>
            <a:r>
              <a:rPr lang="en-LT" sz="4000" dirty="0"/>
              <a:t>Panaudokim axios</a:t>
            </a:r>
          </a:p>
        </p:txBody>
      </p:sp>
      <p:sp>
        <p:nvSpPr>
          <p:cNvPr id="3" name="TextBox 2">
            <a:extLst>
              <a:ext uri="{FF2B5EF4-FFF2-40B4-BE49-F238E27FC236}">
                <a16:creationId xmlns:a16="http://schemas.microsoft.com/office/drawing/2014/main" id="{7E16DC6E-1A12-AD15-1587-3617813FB025}"/>
              </a:ext>
            </a:extLst>
          </p:cNvPr>
          <p:cNvSpPr txBox="1"/>
          <p:nvPr/>
        </p:nvSpPr>
        <p:spPr>
          <a:xfrm>
            <a:off x="377085" y="3244334"/>
            <a:ext cx="3788515" cy="369332"/>
          </a:xfrm>
          <a:prstGeom prst="rect">
            <a:avLst/>
          </a:prstGeom>
          <a:noFill/>
        </p:spPr>
        <p:txBody>
          <a:bodyPr wrap="square">
            <a:spAutoFit/>
          </a:bodyPr>
          <a:lstStyle/>
          <a:p>
            <a:r>
              <a:rPr lang="en-GB" b="0" i="0" dirty="0">
                <a:solidFill>
                  <a:srgbClr val="333333"/>
                </a:solidFill>
                <a:effectLst/>
              </a:rPr>
              <a:t>https://</a:t>
            </a:r>
            <a:r>
              <a:rPr lang="en-GB" b="0" i="0" dirty="0" err="1">
                <a:solidFill>
                  <a:srgbClr val="333333"/>
                </a:solidFill>
                <a:effectLst/>
              </a:rPr>
              <a:t>fakestoreapi.com</a:t>
            </a:r>
            <a:r>
              <a:rPr lang="en-GB" b="0" i="0" dirty="0">
                <a:solidFill>
                  <a:srgbClr val="802C6E"/>
                </a:solidFill>
                <a:effectLst/>
              </a:rPr>
              <a:t>/products</a:t>
            </a:r>
            <a:endParaRPr lang="en-LT" dirty="0"/>
          </a:p>
        </p:txBody>
      </p:sp>
      <p:pic>
        <p:nvPicPr>
          <p:cNvPr id="4" name="Picture 3" descr="A screen shot of a computer program&#10;&#10;AI-generated content may be incorrect.">
            <a:extLst>
              <a:ext uri="{FF2B5EF4-FFF2-40B4-BE49-F238E27FC236}">
                <a16:creationId xmlns:a16="http://schemas.microsoft.com/office/drawing/2014/main" id="{BE6493A7-ADB7-5905-09C7-6FB313410719}"/>
              </a:ext>
            </a:extLst>
          </p:cNvPr>
          <p:cNvPicPr>
            <a:picLocks noChangeAspect="1"/>
          </p:cNvPicPr>
          <p:nvPr/>
        </p:nvPicPr>
        <p:blipFill>
          <a:blip r:embed="rId3"/>
          <a:stretch>
            <a:fillRect/>
          </a:stretch>
        </p:blipFill>
        <p:spPr>
          <a:xfrm>
            <a:off x="6099039" y="241300"/>
            <a:ext cx="5715876" cy="6375400"/>
          </a:xfrm>
          <a:prstGeom prst="rect">
            <a:avLst/>
          </a:prstGeom>
        </p:spPr>
      </p:pic>
    </p:spTree>
    <p:extLst>
      <p:ext uri="{BB962C8B-B14F-4D97-AF65-F5344CB8AC3E}">
        <p14:creationId xmlns:p14="http://schemas.microsoft.com/office/powerpoint/2010/main" val="3667109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480A15DB-E610-7641-F61C-F469A63863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2545C0-1EE7-6DF6-1DB7-C3E149248466}"/>
              </a:ext>
            </a:extLst>
          </p:cNvPr>
          <p:cNvSpPr txBox="1"/>
          <p:nvPr/>
        </p:nvSpPr>
        <p:spPr>
          <a:xfrm>
            <a:off x="377084" y="493812"/>
            <a:ext cx="6229777" cy="707886"/>
          </a:xfrm>
          <a:prstGeom prst="rect">
            <a:avLst/>
          </a:prstGeom>
          <a:noFill/>
        </p:spPr>
        <p:txBody>
          <a:bodyPr wrap="square" rtlCol="0">
            <a:spAutoFit/>
          </a:bodyPr>
          <a:lstStyle/>
          <a:p>
            <a:r>
              <a:rPr lang="en-GB" sz="4000" dirty="0"/>
              <a:t>T</a:t>
            </a:r>
            <a:r>
              <a:rPr lang="en-LT" sz="4000" dirty="0"/>
              <a:t>enary operatorius react’e</a:t>
            </a:r>
          </a:p>
        </p:txBody>
      </p:sp>
      <p:pic>
        <p:nvPicPr>
          <p:cNvPr id="3" name="Picture 2">
            <a:extLst>
              <a:ext uri="{FF2B5EF4-FFF2-40B4-BE49-F238E27FC236}">
                <a16:creationId xmlns:a16="http://schemas.microsoft.com/office/drawing/2014/main" id="{19C3E390-E64D-C724-ACE1-3D4541BDD254}"/>
              </a:ext>
            </a:extLst>
          </p:cNvPr>
          <p:cNvPicPr>
            <a:picLocks noChangeAspect="1"/>
          </p:cNvPicPr>
          <p:nvPr/>
        </p:nvPicPr>
        <p:blipFill>
          <a:blip r:embed="rId3"/>
          <a:stretch>
            <a:fillRect/>
          </a:stretch>
        </p:blipFill>
        <p:spPr>
          <a:xfrm>
            <a:off x="377083" y="1658013"/>
            <a:ext cx="10702175" cy="2810955"/>
          </a:xfrm>
          <a:prstGeom prst="rect">
            <a:avLst/>
          </a:prstGeom>
          <a:ln>
            <a:solidFill>
              <a:schemeClr val="accent1"/>
            </a:solidFill>
          </a:ln>
        </p:spPr>
      </p:pic>
      <p:sp>
        <p:nvSpPr>
          <p:cNvPr id="4" name="TextBox 3">
            <a:extLst>
              <a:ext uri="{FF2B5EF4-FFF2-40B4-BE49-F238E27FC236}">
                <a16:creationId xmlns:a16="http://schemas.microsoft.com/office/drawing/2014/main" id="{54E60A12-8982-BA9F-4407-EB21C406EEB3}"/>
              </a:ext>
            </a:extLst>
          </p:cNvPr>
          <p:cNvSpPr txBox="1"/>
          <p:nvPr/>
        </p:nvSpPr>
        <p:spPr>
          <a:xfrm>
            <a:off x="377084" y="4876820"/>
            <a:ext cx="6474080" cy="646331"/>
          </a:xfrm>
          <a:prstGeom prst="rect">
            <a:avLst/>
          </a:prstGeom>
          <a:noFill/>
        </p:spPr>
        <p:txBody>
          <a:bodyPr wrap="none" rtlCol="0">
            <a:spAutoFit/>
          </a:bodyPr>
          <a:lstStyle/>
          <a:p>
            <a:r>
              <a:rPr lang="en-LT" dirty="0"/>
              <a:t>Jeigu isLoggedIn yra </a:t>
            </a:r>
            <a:r>
              <a:rPr lang="en-LT" b="1" dirty="0"/>
              <a:t>true</a:t>
            </a:r>
            <a:r>
              <a:rPr lang="en-LT" dirty="0"/>
              <a:t> – bus atvaizduojama </a:t>
            </a:r>
            <a:r>
              <a:rPr lang="en-GB" dirty="0"/>
              <a:t>"Welcome back!"</a:t>
            </a:r>
          </a:p>
          <a:p>
            <a:r>
              <a:rPr lang="en-LT" dirty="0"/>
              <a:t>Jeigu isLoggedIn yra </a:t>
            </a:r>
            <a:r>
              <a:rPr lang="en-LT" b="1" dirty="0"/>
              <a:t>false</a:t>
            </a:r>
            <a:r>
              <a:rPr lang="en-LT" dirty="0"/>
              <a:t> – bus atvaizduojama </a:t>
            </a:r>
            <a:r>
              <a:rPr lang="en-GB" dirty="0"/>
              <a:t>"Please log in"</a:t>
            </a:r>
            <a:endParaRPr lang="en-LT" dirty="0"/>
          </a:p>
        </p:txBody>
      </p:sp>
    </p:spTree>
    <p:extLst>
      <p:ext uri="{BB962C8B-B14F-4D97-AF65-F5344CB8AC3E}">
        <p14:creationId xmlns:p14="http://schemas.microsoft.com/office/powerpoint/2010/main" val="2612292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A7824C-696D-B865-56A6-EB8DC126A4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66A76C-307E-846C-1C95-5CDA6A50C6A4}"/>
              </a:ext>
            </a:extLst>
          </p:cNvPr>
          <p:cNvSpPr txBox="1"/>
          <p:nvPr/>
        </p:nvSpPr>
        <p:spPr>
          <a:xfrm>
            <a:off x="377084" y="566033"/>
            <a:ext cx="6229777" cy="707886"/>
          </a:xfrm>
          <a:prstGeom prst="rect">
            <a:avLst/>
          </a:prstGeom>
          <a:noFill/>
        </p:spPr>
        <p:txBody>
          <a:bodyPr wrap="square" rtlCol="0">
            <a:spAutoFit/>
          </a:bodyPr>
          <a:lstStyle/>
          <a:p>
            <a:r>
              <a:rPr lang="en-GB" sz="4000" dirty="0"/>
              <a:t>T</a:t>
            </a:r>
            <a:r>
              <a:rPr lang="en-LT" sz="4000" dirty="0"/>
              <a:t>enary operatorius react’e</a:t>
            </a:r>
          </a:p>
        </p:txBody>
      </p:sp>
      <p:sp>
        <p:nvSpPr>
          <p:cNvPr id="4" name="TextBox 3">
            <a:extLst>
              <a:ext uri="{FF2B5EF4-FFF2-40B4-BE49-F238E27FC236}">
                <a16:creationId xmlns:a16="http://schemas.microsoft.com/office/drawing/2014/main" id="{69271156-22EA-5922-0A33-F31CD6E731E3}"/>
              </a:ext>
            </a:extLst>
          </p:cNvPr>
          <p:cNvSpPr txBox="1"/>
          <p:nvPr/>
        </p:nvSpPr>
        <p:spPr>
          <a:xfrm>
            <a:off x="8632370" y="2412162"/>
            <a:ext cx="3182546" cy="2308324"/>
          </a:xfrm>
          <a:prstGeom prst="rect">
            <a:avLst/>
          </a:prstGeom>
          <a:noFill/>
        </p:spPr>
        <p:txBody>
          <a:bodyPr wrap="square" rtlCol="0">
            <a:spAutoFit/>
          </a:bodyPr>
          <a:lstStyle/>
          <a:p>
            <a:r>
              <a:rPr lang="en-LT" dirty="0"/>
              <a:t>Jeigu items masyvas yra tuščias </a:t>
            </a:r>
            <a:r>
              <a:rPr lang="en-US" dirty="0"/>
              <a:t>- </a:t>
            </a:r>
            <a:r>
              <a:rPr lang="en-US" dirty="0" err="1"/>
              <a:t>darom</a:t>
            </a:r>
            <a:r>
              <a:rPr lang="en-US" dirty="0"/>
              <a:t> </a:t>
            </a:r>
            <a:r>
              <a:rPr lang="en-US" dirty="0" err="1"/>
              <a:t>prielaidą</a:t>
            </a:r>
            <a:r>
              <a:rPr lang="en-US" dirty="0"/>
              <a:t>, </a:t>
            </a:r>
            <a:r>
              <a:rPr lang="en-US" dirty="0" err="1"/>
              <a:t>kad</a:t>
            </a:r>
            <a:r>
              <a:rPr lang="en-US" dirty="0"/>
              <a:t> </a:t>
            </a:r>
            <a:r>
              <a:rPr lang="en-US" dirty="0" err="1"/>
              <a:t>duomenis</a:t>
            </a:r>
            <a:r>
              <a:rPr lang="en-US" dirty="0"/>
              <a:t> </a:t>
            </a:r>
            <a:r>
              <a:rPr lang="en-US" dirty="0" err="1"/>
              <a:t>dar</a:t>
            </a:r>
            <a:r>
              <a:rPr lang="en-US" dirty="0"/>
              <a:t> </a:t>
            </a:r>
            <a:r>
              <a:rPr lang="en-US" dirty="0" err="1"/>
              <a:t>siunčiasi</a:t>
            </a:r>
            <a:r>
              <a:rPr lang="en-US" dirty="0"/>
              <a:t>;</a:t>
            </a:r>
          </a:p>
          <a:p>
            <a:endParaRPr lang="en-GB" dirty="0"/>
          </a:p>
          <a:p>
            <a:r>
              <a:rPr lang="en-LT" dirty="0"/>
              <a:t>Jeigu items masyvas turi elementų</a:t>
            </a:r>
            <a:r>
              <a:rPr lang="en-US" dirty="0"/>
              <a:t>- </a:t>
            </a:r>
            <a:r>
              <a:rPr lang="en-US" dirty="0" err="1"/>
              <a:t>darom</a:t>
            </a:r>
            <a:r>
              <a:rPr lang="en-US" dirty="0"/>
              <a:t> </a:t>
            </a:r>
            <a:r>
              <a:rPr lang="en-US" dirty="0" err="1"/>
              <a:t>prielaidą</a:t>
            </a:r>
            <a:r>
              <a:rPr lang="en-US" dirty="0"/>
              <a:t>, </a:t>
            </a:r>
            <a:r>
              <a:rPr lang="en-US" dirty="0" err="1"/>
              <a:t>kad</a:t>
            </a:r>
            <a:r>
              <a:rPr lang="en-US" dirty="0"/>
              <a:t> </a:t>
            </a:r>
            <a:r>
              <a:rPr lang="en-US" dirty="0" err="1"/>
              <a:t>duomenis</a:t>
            </a:r>
            <a:r>
              <a:rPr lang="en-US" dirty="0"/>
              <a:t> </a:t>
            </a:r>
            <a:r>
              <a:rPr lang="en-US" dirty="0" err="1"/>
              <a:t>jau</a:t>
            </a:r>
            <a:r>
              <a:rPr lang="en-US" dirty="0"/>
              <a:t> </a:t>
            </a:r>
            <a:r>
              <a:rPr lang="en-US" dirty="0" err="1"/>
              <a:t>yra</a:t>
            </a:r>
            <a:r>
              <a:rPr lang="en-US" dirty="0"/>
              <a:t> </a:t>
            </a:r>
            <a:r>
              <a:rPr lang="en-US" dirty="0" err="1"/>
              <a:t>parsiusti</a:t>
            </a:r>
            <a:r>
              <a:rPr lang="en-US" dirty="0"/>
              <a:t>;</a:t>
            </a:r>
          </a:p>
        </p:txBody>
      </p:sp>
      <p:pic>
        <p:nvPicPr>
          <p:cNvPr id="11" name="Picture 10" descr="A screen shot of a computer code&#10;&#10;AI-generated content may be incorrect.">
            <a:extLst>
              <a:ext uri="{FF2B5EF4-FFF2-40B4-BE49-F238E27FC236}">
                <a16:creationId xmlns:a16="http://schemas.microsoft.com/office/drawing/2014/main" id="{093C50C4-701C-D9E2-2B24-C2810C7D6A48}"/>
              </a:ext>
            </a:extLst>
          </p:cNvPr>
          <p:cNvPicPr>
            <a:picLocks noChangeAspect="1"/>
          </p:cNvPicPr>
          <p:nvPr/>
        </p:nvPicPr>
        <p:blipFill>
          <a:blip r:embed="rId3"/>
          <a:stretch>
            <a:fillRect/>
          </a:stretch>
        </p:blipFill>
        <p:spPr>
          <a:xfrm>
            <a:off x="377084" y="1590536"/>
            <a:ext cx="7772400" cy="4347488"/>
          </a:xfrm>
          <a:prstGeom prst="rect">
            <a:avLst/>
          </a:prstGeom>
          <a:ln>
            <a:solidFill>
              <a:schemeClr val="accent1"/>
            </a:solidFill>
          </a:ln>
        </p:spPr>
      </p:pic>
    </p:spTree>
    <p:extLst>
      <p:ext uri="{BB962C8B-B14F-4D97-AF65-F5344CB8AC3E}">
        <p14:creationId xmlns:p14="http://schemas.microsoft.com/office/powerpoint/2010/main" val="2682819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B80F7F8E-2D2E-606A-734F-828B3151E7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57020A-8702-1EBA-24EE-F9BF97EABE97}"/>
              </a:ext>
            </a:extLst>
          </p:cNvPr>
          <p:cNvSpPr txBox="1"/>
          <p:nvPr/>
        </p:nvSpPr>
        <p:spPr>
          <a:xfrm>
            <a:off x="254640" y="1405262"/>
            <a:ext cx="2438686" cy="707886"/>
          </a:xfrm>
          <a:prstGeom prst="rect">
            <a:avLst/>
          </a:prstGeom>
          <a:noFill/>
        </p:spPr>
        <p:txBody>
          <a:bodyPr wrap="square" rtlCol="0">
            <a:spAutoFit/>
          </a:bodyPr>
          <a:lstStyle/>
          <a:p>
            <a:r>
              <a:rPr lang="en-LT" sz="4000" dirty="0"/>
              <a:t>Užduotis</a:t>
            </a:r>
          </a:p>
        </p:txBody>
      </p:sp>
      <p:sp>
        <p:nvSpPr>
          <p:cNvPr id="3" name="TextBox 2">
            <a:extLst>
              <a:ext uri="{FF2B5EF4-FFF2-40B4-BE49-F238E27FC236}">
                <a16:creationId xmlns:a16="http://schemas.microsoft.com/office/drawing/2014/main" id="{D54E2D6A-1D9C-7D18-23FB-64BE22E93964}"/>
              </a:ext>
            </a:extLst>
          </p:cNvPr>
          <p:cNvSpPr txBox="1"/>
          <p:nvPr/>
        </p:nvSpPr>
        <p:spPr>
          <a:xfrm>
            <a:off x="254640" y="2532777"/>
            <a:ext cx="3606160" cy="369332"/>
          </a:xfrm>
          <a:prstGeom prst="rect">
            <a:avLst/>
          </a:prstGeom>
          <a:noFill/>
        </p:spPr>
        <p:txBody>
          <a:bodyPr wrap="square">
            <a:spAutoFit/>
          </a:bodyPr>
          <a:lstStyle/>
          <a:p>
            <a:r>
              <a:rPr lang="en-GB" b="0" i="0" dirty="0">
                <a:solidFill>
                  <a:srgbClr val="333333"/>
                </a:solidFill>
                <a:effectLst/>
              </a:rPr>
              <a:t>https://</a:t>
            </a:r>
            <a:r>
              <a:rPr lang="en-GB" b="0" i="0" dirty="0" err="1">
                <a:solidFill>
                  <a:srgbClr val="333333"/>
                </a:solidFill>
                <a:effectLst/>
              </a:rPr>
              <a:t>fakestoreapi.com</a:t>
            </a:r>
            <a:r>
              <a:rPr lang="en-GB" b="0" i="0" dirty="0">
                <a:solidFill>
                  <a:srgbClr val="802C6E"/>
                </a:solidFill>
                <a:effectLst/>
              </a:rPr>
              <a:t>/products</a:t>
            </a:r>
            <a:endParaRPr lang="en-LT" dirty="0"/>
          </a:p>
        </p:txBody>
      </p:sp>
      <p:sp>
        <p:nvSpPr>
          <p:cNvPr id="2" name="TextBox 1">
            <a:extLst>
              <a:ext uri="{FF2B5EF4-FFF2-40B4-BE49-F238E27FC236}">
                <a16:creationId xmlns:a16="http://schemas.microsoft.com/office/drawing/2014/main" id="{98350B8E-9452-5F68-5767-14830D0AFA72}"/>
              </a:ext>
            </a:extLst>
          </p:cNvPr>
          <p:cNvSpPr txBox="1"/>
          <p:nvPr/>
        </p:nvSpPr>
        <p:spPr>
          <a:xfrm>
            <a:off x="254640" y="2224728"/>
            <a:ext cx="2028825" cy="369332"/>
          </a:xfrm>
          <a:prstGeom prst="rect">
            <a:avLst/>
          </a:prstGeom>
          <a:noFill/>
        </p:spPr>
        <p:txBody>
          <a:bodyPr wrap="none" rtlCol="0">
            <a:spAutoFit/>
          </a:bodyPr>
          <a:lstStyle/>
          <a:p>
            <a:r>
              <a:rPr lang="en-LT" dirty="0"/>
              <a:t>Naudok endpointą</a:t>
            </a:r>
          </a:p>
        </p:txBody>
      </p:sp>
      <p:sp>
        <p:nvSpPr>
          <p:cNvPr id="6" name="TextBox 5">
            <a:extLst>
              <a:ext uri="{FF2B5EF4-FFF2-40B4-BE49-F238E27FC236}">
                <a16:creationId xmlns:a16="http://schemas.microsoft.com/office/drawing/2014/main" id="{976482EA-BC64-3201-C3EC-DFD4D3DBF1EE}"/>
              </a:ext>
            </a:extLst>
          </p:cNvPr>
          <p:cNvSpPr txBox="1"/>
          <p:nvPr/>
        </p:nvSpPr>
        <p:spPr>
          <a:xfrm>
            <a:off x="254640" y="3321738"/>
            <a:ext cx="4027513" cy="1477328"/>
          </a:xfrm>
          <a:prstGeom prst="rect">
            <a:avLst/>
          </a:prstGeom>
          <a:noFill/>
        </p:spPr>
        <p:txBody>
          <a:bodyPr wrap="none" rtlCol="0">
            <a:spAutoFit/>
          </a:bodyPr>
          <a:lstStyle/>
          <a:p>
            <a:pPr marL="342900" indent="-342900">
              <a:buAutoNum type="arabicPeriod"/>
            </a:pPr>
            <a:r>
              <a:rPr lang="en-GB" dirty="0"/>
              <a:t> </a:t>
            </a:r>
            <a:r>
              <a:rPr lang="en-GB" dirty="0" err="1"/>
              <a:t>Parsisiųsk</a:t>
            </a:r>
            <a:r>
              <a:rPr lang="en-GB" dirty="0"/>
              <a:t> </a:t>
            </a:r>
            <a:r>
              <a:rPr lang="en-GB" dirty="0" err="1"/>
              <a:t>duomenis</a:t>
            </a:r>
            <a:r>
              <a:rPr lang="en-GB" dirty="0"/>
              <a:t>;</a:t>
            </a:r>
          </a:p>
          <a:p>
            <a:pPr marL="342900" indent="-342900">
              <a:buAutoNum type="arabicPeriod"/>
            </a:pPr>
            <a:r>
              <a:rPr lang="en-GB" dirty="0"/>
              <a:t> </a:t>
            </a:r>
            <a:r>
              <a:rPr lang="en-GB" dirty="0" err="1"/>
              <a:t>Išsaugok</a:t>
            </a:r>
            <a:r>
              <a:rPr lang="en-GB" dirty="0"/>
              <a:t> </a:t>
            </a:r>
            <a:r>
              <a:rPr lang="en-GB" dirty="0" err="1"/>
              <a:t>duomenų</a:t>
            </a:r>
            <a:r>
              <a:rPr lang="en-GB" dirty="0"/>
              <a:t> </a:t>
            </a:r>
            <a:r>
              <a:rPr lang="en-GB" dirty="0" err="1"/>
              <a:t>masyvą</a:t>
            </a:r>
            <a:r>
              <a:rPr lang="en-GB" dirty="0"/>
              <a:t> </a:t>
            </a:r>
            <a:r>
              <a:rPr lang="en-GB" dirty="0" err="1"/>
              <a:t>į</a:t>
            </a:r>
            <a:r>
              <a:rPr lang="en-GB" dirty="0"/>
              <a:t> state;</a:t>
            </a:r>
          </a:p>
          <a:p>
            <a:pPr marL="342900" indent="-342900">
              <a:buAutoNum type="arabicPeriod"/>
            </a:pPr>
            <a:r>
              <a:rPr lang="en-GB" dirty="0"/>
              <a:t> </a:t>
            </a:r>
            <a:r>
              <a:rPr lang="en-GB" dirty="0" err="1"/>
              <a:t>Sukurk</a:t>
            </a:r>
            <a:r>
              <a:rPr lang="en-GB" dirty="0"/>
              <a:t> </a:t>
            </a:r>
            <a:r>
              <a:rPr lang="en-GB" b="1" dirty="0"/>
              <a:t>Product</a:t>
            </a:r>
            <a:r>
              <a:rPr lang="en-GB" dirty="0"/>
              <a:t> </a:t>
            </a:r>
            <a:r>
              <a:rPr lang="en-GB" dirty="0" err="1"/>
              <a:t>komponentą</a:t>
            </a:r>
            <a:r>
              <a:rPr lang="en-GB" dirty="0"/>
              <a:t>;</a:t>
            </a:r>
          </a:p>
          <a:p>
            <a:pPr marL="342900" indent="-342900">
              <a:buAutoNum type="arabicPeriod"/>
            </a:pPr>
            <a:r>
              <a:rPr lang="en-GB" dirty="0"/>
              <a:t> </a:t>
            </a:r>
            <a:r>
              <a:rPr lang="en-GB" b="1" dirty="0"/>
              <a:t>Product</a:t>
            </a:r>
            <a:r>
              <a:rPr lang="en-GB" dirty="0"/>
              <a:t> props: </a:t>
            </a:r>
            <a:r>
              <a:rPr lang="en-GB" b="1" dirty="0"/>
              <a:t>price</a:t>
            </a:r>
            <a:r>
              <a:rPr lang="en-GB" dirty="0"/>
              <a:t>, </a:t>
            </a:r>
            <a:r>
              <a:rPr lang="en-GB" b="1" dirty="0"/>
              <a:t>title</a:t>
            </a:r>
            <a:r>
              <a:rPr lang="en-GB" dirty="0"/>
              <a:t>, </a:t>
            </a:r>
            <a:r>
              <a:rPr lang="en-GB" b="1" dirty="0"/>
              <a:t>image</a:t>
            </a:r>
            <a:r>
              <a:rPr lang="en-GB" dirty="0"/>
              <a:t>;</a:t>
            </a:r>
          </a:p>
          <a:p>
            <a:pPr marL="342900" indent="-342900">
              <a:buAutoNum type="arabicPeriod"/>
            </a:pPr>
            <a:r>
              <a:rPr lang="en-GB" dirty="0"/>
              <a:t> </a:t>
            </a:r>
            <a:r>
              <a:rPr lang="en-GB" dirty="0" err="1"/>
              <a:t>Atvaizduok</a:t>
            </a:r>
            <a:r>
              <a:rPr lang="en-GB" dirty="0"/>
              <a:t> </a:t>
            </a:r>
            <a:r>
              <a:rPr lang="en-GB" dirty="0" err="1"/>
              <a:t>visus</a:t>
            </a:r>
            <a:r>
              <a:rPr lang="en-GB" dirty="0"/>
              <a:t> </a:t>
            </a:r>
            <a:r>
              <a:rPr lang="en-GB" dirty="0" err="1"/>
              <a:t>prokutus</a:t>
            </a:r>
            <a:r>
              <a:rPr lang="en-GB" dirty="0"/>
              <a:t> </a:t>
            </a:r>
            <a:r>
              <a:rPr lang="en-GB" dirty="0" err="1"/>
              <a:t>ekrane</a:t>
            </a:r>
            <a:r>
              <a:rPr lang="en-GB" dirty="0"/>
              <a:t>;</a:t>
            </a:r>
            <a:endParaRPr lang="en-LT" dirty="0"/>
          </a:p>
        </p:txBody>
      </p:sp>
      <p:pic>
        <p:nvPicPr>
          <p:cNvPr id="8" name="Picture 7" descr="A collage of women's dresses&#10;&#10;AI-generated content may be incorrect.">
            <a:extLst>
              <a:ext uri="{FF2B5EF4-FFF2-40B4-BE49-F238E27FC236}">
                <a16:creationId xmlns:a16="http://schemas.microsoft.com/office/drawing/2014/main" id="{241B7B18-E48C-15D3-D935-3DE88D2657AE}"/>
              </a:ext>
            </a:extLst>
          </p:cNvPr>
          <p:cNvPicPr>
            <a:picLocks noChangeAspect="1"/>
          </p:cNvPicPr>
          <p:nvPr/>
        </p:nvPicPr>
        <p:blipFill>
          <a:blip r:embed="rId3"/>
          <a:stretch>
            <a:fillRect/>
          </a:stretch>
        </p:blipFill>
        <p:spPr>
          <a:xfrm>
            <a:off x="4557185" y="470281"/>
            <a:ext cx="7380175" cy="5917437"/>
          </a:xfrm>
          <a:prstGeom prst="rect">
            <a:avLst/>
          </a:prstGeom>
          <a:ln>
            <a:solidFill>
              <a:schemeClr val="accent1"/>
            </a:solidFill>
          </a:ln>
        </p:spPr>
      </p:pic>
    </p:spTree>
    <p:extLst>
      <p:ext uri="{BB962C8B-B14F-4D97-AF65-F5344CB8AC3E}">
        <p14:creationId xmlns:p14="http://schemas.microsoft.com/office/powerpoint/2010/main" val="3544593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363B35-0AD0-BC7D-6D17-564CF368C8E3}"/>
              </a:ext>
            </a:extLst>
          </p:cNvPr>
          <p:cNvSpPr txBox="1"/>
          <p:nvPr/>
        </p:nvSpPr>
        <p:spPr>
          <a:xfrm>
            <a:off x="5404976" y="1493214"/>
            <a:ext cx="1382045" cy="369332"/>
          </a:xfrm>
          <a:prstGeom prst="rect">
            <a:avLst/>
          </a:prstGeom>
          <a:noFill/>
        </p:spPr>
        <p:txBody>
          <a:bodyPr wrap="none" rtlCol="0">
            <a:spAutoFit/>
          </a:bodyPr>
          <a:lstStyle/>
          <a:p>
            <a:r>
              <a:rPr lang="en-LT" dirty="0"/>
              <a:t>Iki kito karto</a:t>
            </a:r>
          </a:p>
        </p:txBody>
      </p:sp>
      <p:pic>
        <p:nvPicPr>
          <p:cNvPr id="4" name="Picture 3" descr="A red car with people driving&#10;&#10;AI-generated content may be incorrect.">
            <a:extLst>
              <a:ext uri="{FF2B5EF4-FFF2-40B4-BE49-F238E27FC236}">
                <a16:creationId xmlns:a16="http://schemas.microsoft.com/office/drawing/2014/main" id="{1CC5C84D-3B42-FE99-B16A-071216AE1320}"/>
              </a:ext>
            </a:extLst>
          </p:cNvPr>
          <p:cNvPicPr>
            <a:picLocks noChangeAspect="1"/>
          </p:cNvPicPr>
          <p:nvPr/>
        </p:nvPicPr>
        <p:blipFill>
          <a:blip r:embed="rId2"/>
          <a:stretch>
            <a:fillRect/>
          </a:stretch>
        </p:blipFill>
        <p:spPr>
          <a:xfrm>
            <a:off x="4440042" y="2310049"/>
            <a:ext cx="3311912" cy="3054737"/>
          </a:xfrm>
          <a:prstGeom prst="rect">
            <a:avLst/>
          </a:prstGeom>
        </p:spPr>
      </p:pic>
    </p:spTree>
    <p:extLst>
      <p:ext uri="{BB962C8B-B14F-4D97-AF65-F5344CB8AC3E}">
        <p14:creationId xmlns:p14="http://schemas.microsoft.com/office/powerpoint/2010/main" val="670085570"/>
      </p:ext>
    </p:extLst>
  </p:cSld>
  <p:clrMapOvr>
    <a:masterClrMapping/>
  </p:clrMapOvr>
</p:sld>
</file>

<file path=ppt/theme/theme1.xml><?xml version="1.0" encoding="utf-8"?>
<a:theme xmlns:a="http://schemas.openxmlformats.org/drawingml/2006/main" name="cao">
  <a:themeElements>
    <a:clrScheme name="Office Theme">
      <a:dk1>
        <a:srgbClr val="000000"/>
      </a:dk1>
      <a:lt1>
        <a:srgbClr val="F0F1F6"/>
      </a:lt1>
      <a:dk2>
        <a:srgbClr val="A7A7A7"/>
      </a:dk2>
      <a:lt2>
        <a:srgbClr val="535353"/>
      </a:lt2>
      <a:accent1>
        <a:srgbClr val="0B00B8"/>
      </a:accent1>
      <a:accent2>
        <a:srgbClr val="FF00EB"/>
      </a:accent2>
      <a:accent3>
        <a:srgbClr val="7400FF"/>
      </a:accent3>
      <a:accent4>
        <a:srgbClr val="00FFFF"/>
      </a:accent4>
      <a:accent5>
        <a:srgbClr val="919397"/>
      </a:accent5>
      <a:accent6>
        <a:srgbClr val="0A00FF"/>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E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ao" id="{32053AA3-BB2E-2148-B473-7E49ADB3ABD7}" vid="{2B230B4E-BA06-FE43-A34E-5053DE27C7F5}"/>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067F6D247233646BDE794CE040A31E5" ma:contentTypeVersion="11" ma:contentTypeDescription="Create a new document." ma:contentTypeScope="" ma:versionID="f0ec2d756223d9296a9b7edfc279c61c">
  <xsd:schema xmlns:xsd="http://www.w3.org/2001/XMLSchema" xmlns:xs="http://www.w3.org/2001/XMLSchema" xmlns:p="http://schemas.microsoft.com/office/2006/metadata/properties" xmlns:ns2="e14de63e-acd1-4767-85e7-c51ccc31cbc2" xmlns:ns3="4c000ac0-460a-4523-b97c-9fcf989df437" targetNamespace="http://schemas.microsoft.com/office/2006/metadata/properties" ma:root="true" ma:fieldsID="9e40ba46994e5da8c882f3767ec50e1c" ns2:_="" ns3:_="">
    <xsd:import namespace="e14de63e-acd1-4767-85e7-c51ccc31cbc2"/>
    <xsd:import namespace="4c000ac0-460a-4523-b97c-9fcf989df43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4de63e-acd1-4767-85e7-c51ccc31cb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f00a109-fcd0-44f6-b988-7507babe269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c000ac0-460a-4523-b97c-9fcf989df43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8a74fd0-dadc-4da1-800a-a2e0aedfce52}" ma:internalName="TaxCatchAll" ma:showField="CatchAllData" ma:web="4c000ac0-460a-4523-b97c-9fcf989df4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14de63e-acd1-4767-85e7-c51ccc31cbc2">
      <Terms xmlns="http://schemas.microsoft.com/office/infopath/2007/PartnerControls"/>
    </lcf76f155ced4ddcb4097134ff3c332f>
    <TaxCatchAll xmlns="4c000ac0-460a-4523-b97c-9fcf989df437" xsi:nil="true"/>
  </documentManagement>
</p:properties>
</file>

<file path=customXml/itemProps1.xml><?xml version="1.0" encoding="utf-8"?>
<ds:datastoreItem xmlns:ds="http://schemas.openxmlformats.org/officeDocument/2006/customXml" ds:itemID="{61A345C6-CF5F-4211-9130-F3621C21FA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4de63e-acd1-4767-85e7-c51ccc31cbc2"/>
    <ds:schemaRef ds:uri="4c000ac0-460a-4523-b97c-9fcf989df4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0AF04A-FFD0-4C44-B5C4-84E776472C07}">
  <ds:schemaRefs>
    <ds:schemaRef ds:uri="http://schemas.microsoft.com/sharepoint/v3/contenttype/forms"/>
  </ds:schemaRefs>
</ds:datastoreItem>
</file>

<file path=customXml/itemProps3.xml><?xml version="1.0" encoding="utf-8"?>
<ds:datastoreItem xmlns:ds="http://schemas.openxmlformats.org/officeDocument/2006/customXml" ds:itemID="{2EC82B39-2307-40EA-B23B-D289FDCA4317}">
  <ds:schemaRefs>
    <ds:schemaRef ds:uri="http://schemas.microsoft.com/office/2006/metadata/properties"/>
    <ds:schemaRef ds:uri="http://schemas.microsoft.com/office/infopath/2007/PartnerControls"/>
    <ds:schemaRef ds:uri="e94fbb91-2895-466f-9cdd-164826e0ab54"/>
    <ds:schemaRef ds:uri="62f0fa9f-d35e-4a7f-aed7-55df17063d92"/>
    <ds:schemaRef ds:uri="e14de63e-acd1-4767-85e7-c51ccc31cbc2"/>
    <ds:schemaRef ds:uri="4c000ac0-460a-4523-b97c-9fcf989df437"/>
  </ds:schemaRefs>
</ds:datastoreItem>
</file>

<file path=docProps/app.xml><?xml version="1.0" encoding="utf-8"?>
<Properties xmlns="http://schemas.openxmlformats.org/officeDocument/2006/extended-properties" xmlns:vt="http://schemas.openxmlformats.org/officeDocument/2006/docPropsVTypes">
  <Template>cao</Template>
  <TotalTime>400</TotalTime>
  <Words>256</Words>
  <Application>Microsoft Office PowerPoint</Application>
  <PresentationFormat>Widescreen</PresentationFormat>
  <Paragraphs>44</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cao</vt:lpstr>
      <vt:lpstr>fetch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React.Js karkasas</dc:title>
  <dc:creator>Microsoft Office User</dc:creator>
  <cp:lastModifiedBy>Robertas Ankudovicius</cp:lastModifiedBy>
  <cp:revision>17</cp:revision>
  <dcterms:created xsi:type="dcterms:W3CDTF">2020-08-12T19:08:34Z</dcterms:created>
  <dcterms:modified xsi:type="dcterms:W3CDTF">2026-02-04T06:59:55Z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0x0101001067F6D247233646BDE794CE040A31E5</vt:lpwstr>
  </property>
  <property fmtid="{D5CDD505-2E9C-101B-9397-08002B2CF9AE}" pid="3" name="MediaServiceImageTags">
    <vt:lpwstr/>
  </property>
</Properties>
</file>