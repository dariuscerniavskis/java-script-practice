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77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C390D-8235-45C3-BB6F-487588F6B781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573524-2A32-4894-AE5F-0CB2AF97C21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xmlns="" id="{C53754D8-BCC3-70C5-B2E3-1BF060986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c8177118b2_0_0:notes">
            <a:extLst>
              <a:ext uri="{FF2B5EF4-FFF2-40B4-BE49-F238E27FC236}">
                <a16:creationId xmlns:a16="http://schemas.microsoft.com/office/drawing/2014/main" xmlns="" id="{32345A40-0649-1E73-F8C1-F2E4029B5B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9" name="Google Shape;109;gc8177118b2_0_0:notes">
            <a:extLst>
              <a:ext uri="{FF2B5EF4-FFF2-40B4-BE49-F238E27FC236}">
                <a16:creationId xmlns:a16="http://schemas.microsoft.com/office/drawing/2014/main" xmlns="" id="{4F1D83CF-BD1B-9C36-2FDF-A0AEE4AE33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2050275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2"/>
          <p:cNvSpPr txBox="1">
            <a:spLocks noGrp="1"/>
          </p:cNvSpPr>
          <p:nvPr>
            <p:ph type="body" idx="1"/>
          </p:nvPr>
        </p:nvSpPr>
        <p:spPr>
          <a:xfrm>
            <a:off x="360294" y="460651"/>
            <a:ext cx="4211707" cy="453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Google Shape;29;p12"/>
          <p:cNvSpPr txBox="1">
            <a:spLocks noGrp="1"/>
          </p:cNvSpPr>
          <p:nvPr>
            <p:ph type="title"/>
          </p:nvPr>
        </p:nvSpPr>
        <p:spPr>
          <a:xfrm>
            <a:off x="360294" y="1371707"/>
            <a:ext cx="3865445" cy="136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body" idx="2"/>
          </p:nvPr>
        </p:nvSpPr>
        <p:spPr>
          <a:xfrm>
            <a:off x="1048941" y="3193410"/>
            <a:ext cx="3176798" cy="9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Google Shape;31;p12"/>
          <p:cNvSpPr txBox="1">
            <a:spLocks noGrp="1"/>
          </p:cNvSpPr>
          <p:nvPr>
            <p:ph type="body" idx="3"/>
          </p:nvPr>
        </p:nvSpPr>
        <p:spPr>
          <a:xfrm>
            <a:off x="1048941" y="4336410"/>
            <a:ext cx="3176798" cy="9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Google Shape;32;p12"/>
          <p:cNvSpPr txBox="1">
            <a:spLocks noGrp="1"/>
          </p:cNvSpPr>
          <p:nvPr>
            <p:ph type="body" idx="4"/>
          </p:nvPr>
        </p:nvSpPr>
        <p:spPr>
          <a:xfrm>
            <a:off x="1048941" y="5479410"/>
            <a:ext cx="3176798" cy="9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Google Shape;33;p12"/>
          <p:cNvSpPr txBox="1">
            <a:spLocks noGrp="1"/>
          </p:cNvSpPr>
          <p:nvPr>
            <p:ph type="body" idx="5"/>
          </p:nvPr>
        </p:nvSpPr>
        <p:spPr>
          <a:xfrm>
            <a:off x="5607493" y="3193410"/>
            <a:ext cx="3176798" cy="9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Google Shape;34;p12"/>
          <p:cNvSpPr txBox="1">
            <a:spLocks noGrp="1"/>
          </p:cNvSpPr>
          <p:nvPr>
            <p:ph type="body" idx="6"/>
          </p:nvPr>
        </p:nvSpPr>
        <p:spPr>
          <a:xfrm>
            <a:off x="5607493" y="4336410"/>
            <a:ext cx="3176798" cy="9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7"/>
          </p:nvPr>
        </p:nvSpPr>
        <p:spPr>
          <a:xfrm>
            <a:off x="5607493" y="5479410"/>
            <a:ext cx="3176798" cy="9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xmlns="" val="97920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>
          <a:extLst>
            <a:ext uri="{FF2B5EF4-FFF2-40B4-BE49-F238E27FC236}">
              <a16:creationId xmlns:a16="http://schemas.microsoft.com/office/drawing/2014/main" xmlns="" id="{628FB9BA-D089-61F3-54B7-E8AF30978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DC98DD3-181A-B47C-2E57-A9534A2E2651}"/>
              </a:ext>
            </a:extLst>
          </p:cNvPr>
          <p:cNvSpPr txBox="1"/>
          <p:nvPr/>
        </p:nvSpPr>
        <p:spPr>
          <a:xfrm>
            <a:off x="342932" y="307410"/>
            <a:ext cx="54993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sz="3200" dirty="0"/>
              <a:t>Užduotis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01A5C58-14CF-531D-A669-2AC99AA74B4B}"/>
              </a:ext>
            </a:extLst>
          </p:cNvPr>
          <p:cNvSpPr txBox="1"/>
          <p:nvPr/>
        </p:nvSpPr>
        <p:spPr>
          <a:xfrm>
            <a:off x="342932" y="892184"/>
            <a:ext cx="419085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dirty="0"/>
              <a:t>Susikurkite useState receptų masyva su obj reikšmėm:</a:t>
            </a:r>
          </a:p>
          <a:p>
            <a:pPr marL="285750" indent="-285750">
              <a:buFontTx/>
              <a:buChar char="-"/>
            </a:pPr>
            <a:r>
              <a:rPr lang="x-none" dirty="0"/>
              <a:t>imgUrl;</a:t>
            </a:r>
          </a:p>
          <a:p>
            <a:pPr marL="285750" indent="-285750">
              <a:buFontTx/>
              <a:buChar char="-"/>
            </a:pPr>
            <a:r>
              <a:rPr lang="x-none" dirty="0"/>
              <a:t>title;</a:t>
            </a:r>
          </a:p>
          <a:p>
            <a:pPr marL="285750" indent="-285750">
              <a:buFontTx/>
              <a:buChar char="-"/>
            </a:pPr>
            <a:r>
              <a:rPr lang="en-GB" dirty="0"/>
              <a:t>D</a:t>
            </a:r>
            <a:r>
              <a:rPr lang="x-none" dirty="0"/>
              <a:t>escription</a:t>
            </a:r>
          </a:p>
          <a:p>
            <a:r>
              <a:rPr lang="x-none" dirty="0"/>
              <a:t>Atvaizduok bent 5 receptų korteles ekrane.</a:t>
            </a:r>
          </a:p>
          <a:p>
            <a:endParaRPr lang="x-none" dirty="0"/>
          </a:p>
          <a:p>
            <a:r>
              <a:rPr lang="x-none" dirty="0"/>
              <a:t>Paspaudus ant kortelė konsolėje turi būt </a:t>
            </a:r>
          </a:p>
          <a:p>
            <a:r>
              <a:rPr lang="en-GB" dirty="0"/>
              <a:t>a</a:t>
            </a:r>
            <a:r>
              <a:rPr lang="x-none" dirty="0"/>
              <a:t>tvaizduotas recepto </a:t>
            </a:r>
            <a:r>
              <a:rPr lang="x-none" b="1" dirty="0"/>
              <a:t>title</a:t>
            </a:r>
            <a:r>
              <a:rPr lang="x-none" dirty="0"/>
              <a:t>;</a:t>
            </a:r>
          </a:p>
          <a:p>
            <a:pPr marL="285750" indent="-285750">
              <a:buFontTx/>
              <a:buChar char="-"/>
            </a:pPr>
            <a:endParaRPr lang="x-none" dirty="0"/>
          </a:p>
          <a:p>
            <a:endParaRPr lang="x-none" dirty="0"/>
          </a:p>
        </p:txBody>
      </p:sp>
      <p:pic>
        <p:nvPicPr>
          <p:cNvPr id="7" name="Picture 6" descr="A screenshot of a recipe&#10;&#10;AI-generated content may be incorrect.">
            <a:extLst>
              <a:ext uri="{FF2B5EF4-FFF2-40B4-BE49-F238E27FC236}">
                <a16:creationId xmlns:a16="http://schemas.microsoft.com/office/drawing/2014/main" xmlns="" id="{086B6024-A589-9438-BFBB-5C2F0F37B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682" y="1702883"/>
            <a:ext cx="4833847" cy="4143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70208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Microsoft Office PowerPoint</Application>
  <PresentationFormat>On-screen Show (4:3)</PresentationFormat>
  <Paragraphs>9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1</cp:revision>
  <dcterms:created xsi:type="dcterms:W3CDTF">2006-08-16T00:00:00Z</dcterms:created>
  <dcterms:modified xsi:type="dcterms:W3CDTF">2026-02-03T07:44:30Z</dcterms:modified>
</cp:coreProperties>
</file>